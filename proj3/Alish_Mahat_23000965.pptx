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>
        <p:scale>
          <a:sx n="104" d="100"/>
          <a:sy n="104" d="100"/>
        </p:scale>
        <p:origin x="207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F83DA5-1963-4C51-BF45-6F43F3FF9A1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DDED49A-2C98-42C9-9332-2BC4F50C0589}">
      <dgm:prSet/>
      <dgm:spPr/>
      <dgm:t>
        <a:bodyPr/>
        <a:lstStyle/>
        <a:p>
          <a:pPr>
            <a:defRPr cap="all"/>
          </a:pPr>
          <a:r>
            <a:rPr lang="en-US"/>
            <a:t>Presenter: Alish Mahat</a:t>
          </a:r>
        </a:p>
      </dgm:t>
    </dgm:pt>
    <dgm:pt modelId="{4E12E096-7B62-4C86-BB8E-C2BA60EC2DF1}" type="parTrans" cxnId="{93075C5F-178D-48EA-AC57-156A28D49EFB}">
      <dgm:prSet/>
      <dgm:spPr/>
      <dgm:t>
        <a:bodyPr/>
        <a:lstStyle/>
        <a:p>
          <a:endParaRPr lang="en-US"/>
        </a:p>
      </dgm:t>
    </dgm:pt>
    <dgm:pt modelId="{9377C6B9-6738-486A-8CBE-910405EFCE8C}" type="sibTrans" cxnId="{93075C5F-178D-48EA-AC57-156A28D49EFB}">
      <dgm:prSet/>
      <dgm:spPr/>
      <dgm:t>
        <a:bodyPr/>
        <a:lstStyle/>
        <a:p>
          <a:endParaRPr lang="en-US"/>
        </a:p>
      </dgm:t>
    </dgm:pt>
    <dgm:pt modelId="{957F0913-80F0-447E-96F6-C413091F7D82}">
      <dgm:prSet/>
      <dgm:spPr/>
      <dgm:t>
        <a:bodyPr/>
        <a:lstStyle/>
        <a:p>
          <a:pPr>
            <a:defRPr cap="all"/>
          </a:pPr>
          <a:r>
            <a:rPr lang="en-US"/>
            <a:t>Student ID: 23000965</a:t>
          </a:r>
        </a:p>
      </dgm:t>
    </dgm:pt>
    <dgm:pt modelId="{7D14398E-E9B1-4B4F-BE01-2E5EA896E3DB}" type="parTrans" cxnId="{B36F765E-9A8A-4174-A409-01C63FD8AB3D}">
      <dgm:prSet/>
      <dgm:spPr/>
      <dgm:t>
        <a:bodyPr/>
        <a:lstStyle/>
        <a:p>
          <a:endParaRPr lang="en-US"/>
        </a:p>
      </dgm:t>
    </dgm:pt>
    <dgm:pt modelId="{A1F92E21-A116-4AB4-ADF9-A8853029F2FD}" type="sibTrans" cxnId="{B36F765E-9A8A-4174-A409-01C63FD8AB3D}">
      <dgm:prSet/>
      <dgm:spPr/>
      <dgm:t>
        <a:bodyPr/>
        <a:lstStyle/>
        <a:p>
          <a:endParaRPr lang="en-US"/>
        </a:p>
      </dgm:t>
    </dgm:pt>
    <dgm:pt modelId="{4F6AC4A2-D7C5-4246-96FB-C9C6E9208D90}">
      <dgm:prSet/>
      <dgm:spPr/>
      <dgm:t>
        <a:bodyPr/>
        <a:lstStyle/>
        <a:p>
          <a:pPr>
            <a:defRPr cap="all"/>
          </a:pPr>
          <a:r>
            <a:rPr lang="en-US"/>
            <a:t>Module: Forensic Computing Practice</a:t>
          </a:r>
        </a:p>
      </dgm:t>
    </dgm:pt>
    <dgm:pt modelId="{21F67318-1BE1-4A44-8128-CE0476E67792}" type="parTrans" cxnId="{7EA9311E-3E51-458D-807D-AE4316ADFC27}">
      <dgm:prSet/>
      <dgm:spPr/>
      <dgm:t>
        <a:bodyPr/>
        <a:lstStyle/>
        <a:p>
          <a:endParaRPr lang="en-US"/>
        </a:p>
      </dgm:t>
    </dgm:pt>
    <dgm:pt modelId="{4317AD65-EA25-46C6-9077-3F3C44DFB2BC}" type="sibTrans" cxnId="{7EA9311E-3E51-458D-807D-AE4316ADFC27}">
      <dgm:prSet/>
      <dgm:spPr/>
      <dgm:t>
        <a:bodyPr/>
        <a:lstStyle/>
        <a:p>
          <a:endParaRPr lang="en-US"/>
        </a:p>
      </dgm:t>
    </dgm:pt>
    <dgm:pt modelId="{FB58A748-D8BF-4130-BD0F-855835D6B7E6}">
      <dgm:prSet/>
      <dgm:spPr/>
      <dgm:t>
        <a:bodyPr/>
        <a:lstStyle/>
        <a:p>
          <a:pPr>
            <a:defRPr cap="all"/>
          </a:pPr>
          <a:r>
            <a:rPr lang="en-US"/>
            <a:t>Role: Digital Forensic Examiner</a:t>
          </a:r>
        </a:p>
      </dgm:t>
    </dgm:pt>
    <dgm:pt modelId="{BAA68291-DDF0-412B-B685-6F59179BAE6A}" type="parTrans" cxnId="{1BF8C82B-1DF9-4426-A00A-0A6220F74E42}">
      <dgm:prSet/>
      <dgm:spPr/>
      <dgm:t>
        <a:bodyPr/>
        <a:lstStyle/>
        <a:p>
          <a:endParaRPr lang="en-US"/>
        </a:p>
      </dgm:t>
    </dgm:pt>
    <dgm:pt modelId="{DE2AD187-1754-49CF-B5B1-7D4B9450B548}" type="sibTrans" cxnId="{1BF8C82B-1DF9-4426-A00A-0A6220F74E42}">
      <dgm:prSet/>
      <dgm:spPr/>
      <dgm:t>
        <a:bodyPr/>
        <a:lstStyle/>
        <a:p>
          <a:endParaRPr lang="en-US"/>
        </a:p>
      </dgm:t>
    </dgm:pt>
    <dgm:pt modelId="{07632D6D-A028-454E-9F63-FAA396558025}" type="pres">
      <dgm:prSet presAssocID="{27F83DA5-1963-4C51-BF45-6F43F3FF9A16}" presName="root" presStyleCnt="0">
        <dgm:presLayoutVars>
          <dgm:dir/>
          <dgm:resizeHandles val="exact"/>
        </dgm:presLayoutVars>
      </dgm:prSet>
      <dgm:spPr/>
    </dgm:pt>
    <dgm:pt modelId="{C3F40FE3-89C1-4E5B-A431-107DE4722CF4}" type="pres">
      <dgm:prSet presAssocID="{ADDED49A-2C98-42C9-9332-2BC4F50C0589}" presName="compNode" presStyleCnt="0"/>
      <dgm:spPr/>
    </dgm:pt>
    <dgm:pt modelId="{74633B9B-1452-4C11-A246-28F7F54D77B1}" type="pres">
      <dgm:prSet presAssocID="{ADDED49A-2C98-42C9-9332-2BC4F50C0589}" presName="iconBgRect" presStyleLbl="bgShp" presStyleIdx="0" presStyleCnt="4"/>
      <dgm:spPr/>
    </dgm:pt>
    <dgm:pt modelId="{CA09F7CE-6BC2-4D2D-8EED-256F3DE223C4}" type="pres">
      <dgm:prSet presAssocID="{ADDED49A-2C98-42C9-9332-2BC4F50C058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A795F922-1837-40FB-B6DE-DC46E58AE43D}" type="pres">
      <dgm:prSet presAssocID="{ADDED49A-2C98-42C9-9332-2BC4F50C0589}" presName="spaceRect" presStyleCnt="0"/>
      <dgm:spPr/>
    </dgm:pt>
    <dgm:pt modelId="{F5F721FB-CEAF-4ACA-BFDC-3B3467639B65}" type="pres">
      <dgm:prSet presAssocID="{ADDED49A-2C98-42C9-9332-2BC4F50C0589}" presName="textRect" presStyleLbl="revTx" presStyleIdx="0" presStyleCnt="4">
        <dgm:presLayoutVars>
          <dgm:chMax val="1"/>
          <dgm:chPref val="1"/>
        </dgm:presLayoutVars>
      </dgm:prSet>
      <dgm:spPr/>
    </dgm:pt>
    <dgm:pt modelId="{C4DDF597-3611-442C-8702-E42800ECD76F}" type="pres">
      <dgm:prSet presAssocID="{9377C6B9-6738-486A-8CBE-910405EFCE8C}" presName="sibTrans" presStyleCnt="0"/>
      <dgm:spPr/>
    </dgm:pt>
    <dgm:pt modelId="{C3CDE8F4-E605-428E-B45F-B7AC899F4CB0}" type="pres">
      <dgm:prSet presAssocID="{957F0913-80F0-447E-96F6-C413091F7D82}" presName="compNode" presStyleCnt="0"/>
      <dgm:spPr/>
    </dgm:pt>
    <dgm:pt modelId="{6CAA921C-A790-436B-9059-B4DB3EB7866E}" type="pres">
      <dgm:prSet presAssocID="{957F0913-80F0-447E-96F6-C413091F7D82}" presName="iconBgRect" presStyleLbl="bgShp" presStyleIdx="1" presStyleCnt="4"/>
      <dgm:spPr/>
    </dgm:pt>
    <dgm:pt modelId="{06D0227D-07A9-4241-AEAB-E69BCF519572}" type="pres">
      <dgm:prSet presAssocID="{957F0913-80F0-447E-96F6-C413091F7D8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C7E34683-648C-4263-BE72-C3B1CFC50902}" type="pres">
      <dgm:prSet presAssocID="{957F0913-80F0-447E-96F6-C413091F7D82}" presName="spaceRect" presStyleCnt="0"/>
      <dgm:spPr/>
    </dgm:pt>
    <dgm:pt modelId="{FD8587A6-8AEF-459D-9148-A2050689C802}" type="pres">
      <dgm:prSet presAssocID="{957F0913-80F0-447E-96F6-C413091F7D82}" presName="textRect" presStyleLbl="revTx" presStyleIdx="1" presStyleCnt="4">
        <dgm:presLayoutVars>
          <dgm:chMax val="1"/>
          <dgm:chPref val="1"/>
        </dgm:presLayoutVars>
      </dgm:prSet>
      <dgm:spPr/>
    </dgm:pt>
    <dgm:pt modelId="{070FEE43-FE38-45F5-A479-5072EF4A4300}" type="pres">
      <dgm:prSet presAssocID="{A1F92E21-A116-4AB4-ADF9-A8853029F2FD}" presName="sibTrans" presStyleCnt="0"/>
      <dgm:spPr/>
    </dgm:pt>
    <dgm:pt modelId="{DD1A188D-22A3-4E51-A6C8-75EF932514C3}" type="pres">
      <dgm:prSet presAssocID="{4F6AC4A2-D7C5-4246-96FB-C9C6E9208D90}" presName="compNode" presStyleCnt="0"/>
      <dgm:spPr/>
    </dgm:pt>
    <dgm:pt modelId="{65553004-5330-49C5-A193-CB601C958B5D}" type="pres">
      <dgm:prSet presAssocID="{4F6AC4A2-D7C5-4246-96FB-C9C6E9208D90}" presName="iconBgRect" presStyleLbl="bgShp" presStyleIdx="2" presStyleCnt="4"/>
      <dgm:spPr/>
    </dgm:pt>
    <dgm:pt modelId="{EB729557-7BF1-462F-9908-E6C9E5E36581}" type="pres">
      <dgm:prSet presAssocID="{4F6AC4A2-D7C5-4246-96FB-C9C6E9208D9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D1F17E05-0164-40F5-BCC9-7D17DE0E0924}" type="pres">
      <dgm:prSet presAssocID="{4F6AC4A2-D7C5-4246-96FB-C9C6E9208D90}" presName="spaceRect" presStyleCnt="0"/>
      <dgm:spPr/>
    </dgm:pt>
    <dgm:pt modelId="{9DD4582C-7D3E-4792-A32F-349D107363C9}" type="pres">
      <dgm:prSet presAssocID="{4F6AC4A2-D7C5-4246-96FB-C9C6E9208D90}" presName="textRect" presStyleLbl="revTx" presStyleIdx="2" presStyleCnt="4">
        <dgm:presLayoutVars>
          <dgm:chMax val="1"/>
          <dgm:chPref val="1"/>
        </dgm:presLayoutVars>
      </dgm:prSet>
      <dgm:spPr/>
    </dgm:pt>
    <dgm:pt modelId="{64431732-0440-4397-8D15-6030B1972074}" type="pres">
      <dgm:prSet presAssocID="{4317AD65-EA25-46C6-9077-3F3C44DFB2BC}" presName="sibTrans" presStyleCnt="0"/>
      <dgm:spPr/>
    </dgm:pt>
    <dgm:pt modelId="{622BB288-38D4-473A-8719-04048B1651CC}" type="pres">
      <dgm:prSet presAssocID="{FB58A748-D8BF-4130-BD0F-855835D6B7E6}" presName="compNode" presStyleCnt="0"/>
      <dgm:spPr/>
    </dgm:pt>
    <dgm:pt modelId="{DD128739-5D5C-4C6D-BEF2-5FFD0821E8C0}" type="pres">
      <dgm:prSet presAssocID="{FB58A748-D8BF-4130-BD0F-855835D6B7E6}" presName="iconBgRect" presStyleLbl="bgShp" presStyleIdx="3" presStyleCnt="4"/>
      <dgm:spPr/>
    </dgm:pt>
    <dgm:pt modelId="{CACB1342-C714-4055-9C68-53BB850CC958}" type="pres">
      <dgm:prSet presAssocID="{FB58A748-D8BF-4130-BD0F-855835D6B7E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3B3D2CC7-5AC3-451B-820C-05E8580EA9ED}" type="pres">
      <dgm:prSet presAssocID="{FB58A748-D8BF-4130-BD0F-855835D6B7E6}" presName="spaceRect" presStyleCnt="0"/>
      <dgm:spPr/>
    </dgm:pt>
    <dgm:pt modelId="{BEFBA238-A9F8-4B81-9BF0-AED791B3B116}" type="pres">
      <dgm:prSet presAssocID="{FB58A748-D8BF-4130-BD0F-855835D6B7E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EA9311E-3E51-458D-807D-AE4316ADFC27}" srcId="{27F83DA5-1963-4C51-BF45-6F43F3FF9A16}" destId="{4F6AC4A2-D7C5-4246-96FB-C9C6E9208D90}" srcOrd="2" destOrd="0" parTransId="{21F67318-1BE1-4A44-8128-CE0476E67792}" sibTransId="{4317AD65-EA25-46C6-9077-3F3C44DFB2BC}"/>
    <dgm:cxn modelId="{1BF8C82B-1DF9-4426-A00A-0A6220F74E42}" srcId="{27F83DA5-1963-4C51-BF45-6F43F3FF9A16}" destId="{FB58A748-D8BF-4130-BD0F-855835D6B7E6}" srcOrd="3" destOrd="0" parTransId="{BAA68291-DDF0-412B-B685-6F59179BAE6A}" sibTransId="{DE2AD187-1754-49CF-B5B1-7D4B9450B548}"/>
    <dgm:cxn modelId="{4B5CEC43-CD7B-4C53-A82F-E75C1A029D24}" type="presOf" srcId="{FB58A748-D8BF-4130-BD0F-855835D6B7E6}" destId="{BEFBA238-A9F8-4B81-9BF0-AED791B3B116}" srcOrd="0" destOrd="0" presId="urn:microsoft.com/office/officeart/2018/5/layout/IconCircleLabelList"/>
    <dgm:cxn modelId="{522D3350-8F48-4A07-B54C-CAA3DC5A4F7C}" type="presOf" srcId="{957F0913-80F0-447E-96F6-C413091F7D82}" destId="{FD8587A6-8AEF-459D-9148-A2050689C802}" srcOrd="0" destOrd="0" presId="urn:microsoft.com/office/officeart/2018/5/layout/IconCircleLabelList"/>
    <dgm:cxn modelId="{B36F765E-9A8A-4174-A409-01C63FD8AB3D}" srcId="{27F83DA5-1963-4C51-BF45-6F43F3FF9A16}" destId="{957F0913-80F0-447E-96F6-C413091F7D82}" srcOrd="1" destOrd="0" parTransId="{7D14398E-E9B1-4B4F-BE01-2E5EA896E3DB}" sibTransId="{A1F92E21-A116-4AB4-ADF9-A8853029F2FD}"/>
    <dgm:cxn modelId="{93075C5F-178D-48EA-AC57-156A28D49EFB}" srcId="{27F83DA5-1963-4C51-BF45-6F43F3FF9A16}" destId="{ADDED49A-2C98-42C9-9332-2BC4F50C0589}" srcOrd="0" destOrd="0" parTransId="{4E12E096-7B62-4C86-BB8E-C2BA60EC2DF1}" sibTransId="{9377C6B9-6738-486A-8CBE-910405EFCE8C}"/>
    <dgm:cxn modelId="{014BDADF-B1B5-49BF-9F40-144CC912359A}" type="presOf" srcId="{4F6AC4A2-D7C5-4246-96FB-C9C6E9208D90}" destId="{9DD4582C-7D3E-4792-A32F-349D107363C9}" srcOrd="0" destOrd="0" presId="urn:microsoft.com/office/officeart/2018/5/layout/IconCircleLabelList"/>
    <dgm:cxn modelId="{7B3418ED-8FF4-4CEB-A8DB-C9128A21FFBB}" type="presOf" srcId="{27F83DA5-1963-4C51-BF45-6F43F3FF9A16}" destId="{07632D6D-A028-454E-9F63-FAA396558025}" srcOrd="0" destOrd="0" presId="urn:microsoft.com/office/officeart/2018/5/layout/IconCircleLabelList"/>
    <dgm:cxn modelId="{01719FEF-894F-42EB-B340-D55BBCEF3FA4}" type="presOf" srcId="{ADDED49A-2C98-42C9-9332-2BC4F50C0589}" destId="{F5F721FB-CEAF-4ACA-BFDC-3B3467639B65}" srcOrd="0" destOrd="0" presId="urn:microsoft.com/office/officeart/2018/5/layout/IconCircleLabelList"/>
    <dgm:cxn modelId="{1972DD3A-6F61-4BCD-AA0A-4EBAED3E6290}" type="presParOf" srcId="{07632D6D-A028-454E-9F63-FAA396558025}" destId="{C3F40FE3-89C1-4E5B-A431-107DE4722CF4}" srcOrd="0" destOrd="0" presId="urn:microsoft.com/office/officeart/2018/5/layout/IconCircleLabelList"/>
    <dgm:cxn modelId="{B68E7122-FDE9-4516-ABF8-2E27C03C78CA}" type="presParOf" srcId="{C3F40FE3-89C1-4E5B-A431-107DE4722CF4}" destId="{74633B9B-1452-4C11-A246-28F7F54D77B1}" srcOrd="0" destOrd="0" presId="urn:microsoft.com/office/officeart/2018/5/layout/IconCircleLabelList"/>
    <dgm:cxn modelId="{9AFC1A3C-0BE1-4C28-A7D6-BA12C6DF3831}" type="presParOf" srcId="{C3F40FE3-89C1-4E5B-A431-107DE4722CF4}" destId="{CA09F7CE-6BC2-4D2D-8EED-256F3DE223C4}" srcOrd="1" destOrd="0" presId="urn:microsoft.com/office/officeart/2018/5/layout/IconCircleLabelList"/>
    <dgm:cxn modelId="{997768FF-E97C-4CBC-8249-9046D6F95D17}" type="presParOf" srcId="{C3F40FE3-89C1-4E5B-A431-107DE4722CF4}" destId="{A795F922-1837-40FB-B6DE-DC46E58AE43D}" srcOrd="2" destOrd="0" presId="urn:microsoft.com/office/officeart/2018/5/layout/IconCircleLabelList"/>
    <dgm:cxn modelId="{37B31B30-194F-4AF3-B9E2-0F162BD8D1EF}" type="presParOf" srcId="{C3F40FE3-89C1-4E5B-A431-107DE4722CF4}" destId="{F5F721FB-CEAF-4ACA-BFDC-3B3467639B65}" srcOrd="3" destOrd="0" presId="urn:microsoft.com/office/officeart/2018/5/layout/IconCircleLabelList"/>
    <dgm:cxn modelId="{95865189-8156-42C2-B434-326857057927}" type="presParOf" srcId="{07632D6D-A028-454E-9F63-FAA396558025}" destId="{C4DDF597-3611-442C-8702-E42800ECD76F}" srcOrd="1" destOrd="0" presId="urn:microsoft.com/office/officeart/2018/5/layout/IconCircleLabelList"/>
    <dgm:cxn modelId="{FE8610E1-9481-471A-9A52-F01E2EF3DFC7}" type="presParOf" srcId="{07632D6D-A028-454E-9F63-FAA396558025}" destId="{C3CDE8F4-E605-428E-B45F-B7AC899F4CB0}" srcOrd="2" destOrd="0" presId="urn:microsoft.com/office/officeart/2018/5/layout/IconCircleLabelList"/>
    <dgm:cxn modelId="{DE71647B-5268-4B1D-B1A6-FB81E1C053D7}" type="presParOf" srcId="{C3CDE8F4-E605-428E-B45F-B7AC899F4CB0}" destId="{6CAA921C-A790-436B-9059-B4DB3EB7866E}" srcOrd="0" destOrd="0" presId="urn:microsoft.com/office/officeart/2018/5/layout/IconCircleLabelList"/>
    <dgm:cxn modelId="{3DB68E42-35F6-4BED-88D3-DE76F2BCF5CF}" type="presParOf" srcId="{C3CDE8F4-E605-428E-B45F-B7AC899F4CB0}" destId="{06D0227D-07A9-4241-AEAB-E69BCF519572}" srcOrd="1" destOrd="0" presId="urn:microsoft.com/office/officeart/2018/5/layout/IconCircleLabelList"/>
    <dgm:cxn modelId="{A94E58C2-4922-455B-B86C-C909CD712C0C}" type="presParOf" srcId="{C3CDE8F4-E605-428E-B45F-B7AC899F4CB0}" destId="{C7E34683-648C-4263-BE72-C3B1CFC50902}" srcOrd="2" destOrd="0" presId="urn:microsoft.com/office/officeart/2018/5/layout/IconCircleLabelList"/>
    <dgm:cxn modelId="{32633544-FDF3-4337-B047-0E6358BFA93D}" type="presParOf" srcId="{C3CDE8F4-E605-428E-B45F-B7AC899F4CB0}" destId="{FD8587A6-8AEF-459D-9148-A2050689C802}" srcOrd="3" destOrd="0" presId="urn:microsoft.com/office/officeart/2018/5/layout/IconCircleLabelList"/>
    <dgm:cxn modelId="{C2B4372C-3604-4221-800E-72CCDC64A1E8}" type="presParOf" srcId="{07632D6D-A028-454E-9F63-FAA396558025}" destId="{070FEE43-FE38-45F5-A479-5072EF4A4300}" srcOrd="3" destOrd="0" presId="urn:microsoft.com/office/officeart/2018/5/layout/IconCircleLabelList"/>
    <dgm:cxn modelId="{7B4BAD36-C138-40F0-A9D6-72F2E0A98D53}" type="presParOf" srcId="{07632D6D-A028-454E-9F63-FAA396558025}" destId="{DD1A188D-22A3-4E51-A6C8-75EF932514C3}" srcOrd="4" destOrd="0" presId="urn:microsoft.com/office/officeart/2018/5/layout/IconCircleLabelList"/>
    <dgm:cxn modelId="{9F60245F-3FBE-4B9B-A3A5-2C503053D645}" type="presParOf" srcId="{DD1A188D-22A3-4E51-A6C8-75EF932514C3}" destId="{65553004-5330-49C5-A193-CB601C958B5D}" srcOrd="0" destOrd="0" presId="urn:microsoft.com/office/officeart/2018/5/layout/IconCircleLabelList"/>
    <dgm:cxn modelId="{471356EE-BE42-4D28-9AEE-E480062B6D7E}" type="presParOf" srcId="{DD1A188D-22A3-4E51-A6C8-75EF932514C3}" destId="{EB729557-7BF1-462F-9908-E6C9E5E36581}" srcOrd="1" destOrd="0" presId="urn:microsoft.com/office/officeart/2018/5/layout/IconCircleLabelList"/>
    <dgm:cxn modelId="{BABF2769-8140-4F17-B363-E1862AE13823}" type="presParOf" srcId="{DD1A188D-22A3-4E51-A6C8-75EF932514C3}" destId="{D1F17E05-0164-40F5-BCC9-7D17DE0E0924}" srcOrd="2" destOrd="0" presId="urn:microsoft.com/office/officeart/2018/5/layout/IconCircleLabelList"/>
    <dgm:cxn modelId="{1FECA105-C4C5-44EF-A04D-6E9AA2DEF04F}" type="presParOf" srcId="{DD1A188D-22A3-4E51-A6C8-75EF932514C3}" destId="{9DD4582C-7D3E-4792-A32F-349D107363C9}" srcOrd="3" destOrd="0" presId="urn:microsoft.com/office/officeart/2018/5/layout/IconCircleLabelList"/>
    <dgm:cxn modelId="{FB9D0CA4-7447-4985-B04A-DD37F8266D2D}" type="presParOf" srcId="{07632D6D-A028-454E-9F63-FAA396558025}" destId="{64431732-0440-4397-8D15-6030B1972074}" srcOrd="5" destOrd="0" presId="urn:microsoft.com/office/officeart/2018/5/layout/IconCircleLabelList"/>
    <dgm:cxn modelId="{2D4D8598-30BF-45CC-A946-01006366DDF4}" type="presParOf" srcId="{07632D6D-A028-454E-9F63-FAA396558025}" destId="{622BB288-38D4-473A-8719-04048B1651CC}" srcOrd="6" destOrd="0" presId="urn:microsoft.com/office/officeart/2018/5/layout/IconCircleLabelList"/>
    <dgm:cxn modelId="{7430D010-68AD-4AEE-96CA-B0D3E151BC93}" type="presParOf" srcId="{622BB288-38D4-473A-8719-04048B1651CC}" destId="{DD128739-5D5C-4C6D-BEF2-5FFD0821E8C0}" srcOrd="0" destOrd="0" presId="urn:microsoft.com/office/officeart/2018/5/layout/IconCircleLabelList"/>
    <dgm:cxn modelId="{41514401-FD9C-4C06-A2B2-764CD610F402}" type="presParOf" srcId="{622BB288-38D4-473A-8719-04048B1651CC}" destId="{CACB1342-C714-4055-9C68-53BB850CC958}" srcOrd="1" destOrd="0" presId="urn:microsoft.com/office/officeart/2018/5/layout/IconCircleLabelList"/>
    <dgm:cxn modelId="{2573F53C-FD3C-400A-9DC6-478C3FA192AA}" type="presParOf" srcId="{622BB288-38D4-473A-8719-04048B1651CC}" destId="{3B3D2CC7-5AC3-451B-820C-05E8580EA9ED}" srcOrd="2" destOrd="0" presId="urn:microsoft.com/office/officeart/2018/5/layout/IconCircleLabelList"/>
    <dgm:cxn modelId="{02170E4C-1682-4F77-88E0-15866A5BED1E}" type="presParOf" srcId="{622BB288-38D4-473A-8719-04048B1651CC}" destId="{BEFBA238-A9F8-4B81-9BF0-AED791B3B11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7647CA-4CD9-4FCA-836B-607AC85467C7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4368FE0-9609-44BA-B66E-384CDF3E35CA}">
      <dgm:prSet/>
      <dgm:spPr/>
      <dgm:t>
        <a:bodyPr/>
        <a:lstStyle/>
        <a:p>
          <a:r>
            <a:rPr lang="en-US"/>
            <a:t>Allegation of politically defamatory meme creation</a:t>
          </a:r>
        </a:p>
      </dgm:t>
    </dgm:pt>
    <dgm:pt modelId="{9E496B48-17C6-496F-9914-146EBDC89CE7}" type="parTrans" cxnId="{5BDE3FE1-44A6-4079-96E8-6605A5E78161}">
      <dgm:prSet/>
      <dgm:spPr/>
      <dgm:t>
        <a:bodyPr/>
        <a:lstStyle/>
        <a:p>
          <a:endParaRPr lang="en-US"/>
        </a:p>
      </dgm:t>
    </dgm:pt>
    <dgm:pt modelId="{59851AA0-1E6B-4AFB-8C15-E5A86058CAFA}" type="sibTrans" cxnId="{5BDE3FE1-44A6-4079-96E8-6605A5E78161}">
      <dgm:prSet/>
      <dgm:spPr/>
      <dgm:t>
        <a:bodyPr/>
        <a:lstStyle/>
        <a:p>
          <a:endParaRPr lang="en-US"/>
        </a:p>
      </dgm:t>
    </dgm:pt>
    <dgm:pt modelId="{A83327D1-AD8D-4A78-82D7-1C884E26AB39}">
      <dgm:prSet/>
      <dgm:spPr/>
      <dgm:t>
        <a:bodyPr/>
        <a:lstStyle/>
        <a:p>
          <a:r>
            <a:rPr lang="en-US"/>
            <a:t>Target: Manoj Oli</a:t>
          </a:r>
        </a:p>
      </dgm:t>
    </dgm:pt>
    <dgm:pt modelId="{9AEAA067-14C1-46EC-BB19-81520DCA7E5F}" type="parTrans" cxnId="{52DCD35F-EE12-4C64-9495-B955DBE002C8}">
      <dgm:prSet/>
      <dgm:spPr/>
      <dgm:t>
        <a:bodyPr/>
        <a:lstStyle/>
        <a:p>
          <a:endParaRPr lang="en-US"/>
        </a:p>
      </dgm:t>
    </dgm:pt>
    <dgm:pt modelId="{CD4C6B2D-2BD4-4ACD-86AE-F275E46E0E8D}" type="sibTrans" cxnId="{52DCD35F-EE12-4C64-9495-B955DBE002C8}">
      <dgm:prSet/>
      <dgm:spPr/>
      <dgm:t>
        <a:bodyPr/>
        <a:lstStyle/>
        <a:p>
          <a:endParaRPr lang="en-US"/>
        </a:p>
      </dgm:t>
    </dgm:pt>
    <dgm:pt modelId="{45BD3C92-3DD3-4E8B-A93B-FF52A53FD0AD}">
      <dgm:prSet/>
      <dgm:spPr/>
      <dgm:t>
        <a:bodyPr/>
        <a:lstStyle/>
        <a:p>
          <a:r>
            <a:rPr lang="en-US"/>
            <a:t>Suspect: Rahul</a:t>
          </a:r>
        </a:p>
      </dgm:t>
    </dgm:pt>
    <dgm:pt modelId="{8F935194-DC10-495F-AAD0-DE7CBBE50577}" type="parTrans" cxnId="{9C22427D-B971-4848-9889-85B9D5C6D445}">
      <dgm:prSet/>
      <dgm:spPr/>
      <dgm:t>
        <a:bodyPr/>
        <a:lstStyle/>
        <a:p>
          <a:endParaRPr lang="en-US"/>
        </a:p>
      </dgm:t>
    </dgm:pt>
    <dgm:pt modelId="{2AFE3414-2D68-48EF-A202-C5AB7F3F91A0}" type="sibTrans" cxnId="{9C22427D-B971-4848-9889-85B9D5C6D445}">
      <dgm:prSet/>
      <dgm:spPr/>
      <dgm:t>
        <a:bodyPr/>
        <a:lstStyle/>
        <a:p>
          <a:endParaRPr lang="en-US"/>
        </a:p>
      </dgm:t>
    </dgm:pt>
    <dgm:pt modelId="{02687054-FE38-4F25-B37B-7E0DEC34B89D}">
      <dgm:prSet/>
      <dgm:spPr/>
      <dgm:t>
        <a:bodyPr/>
        <a:lstStyle/>
        <a:p>
          <a:r>
            <a:rPr lang="en-US"/>
            <a:t>Device: Windows XP system</a:t>
          </a:r>
        </a:p>
      </dgm:t>
    </dgm:pt>
    <dgm:pt modelId="{5CD155C0-CE35-4157-8322-254547ADE3FF}" type="parTrans" cxnId="{A81B5CA0-D3EA-4772-A316-00C4F5CAEFE8}">
      <dgm:prSet/>
      <dgm:spPr/>
      <dgm:t>
        <a:bodyPr/>
        <a:lstStyle/>
        <a:p>
          <a:endParaRPr lang="en-US"/>
        </a:p>
      </dgm:t>
    </dgm:pt>
    <dgm:pt modelId="{5DA6A136-D72F-46E0-B4A7-CD355B2496DA}" type="sibTrans" cxnId="{A81B5CA0-D3EA-4772-A316-00C4F5CAEFE8}">
      <dgm:prSet/>
      <dgm:spPr/>
      <dgm:t>
        <a:bodyPr/>
        <a:lstStyle/>
        <a:p>
          <a:endParaRPr lang="en-US"/>
        </a:p>
      </dgm:t>
    </dgm:pt>
    <dgm:pt modelId="{A924C761-EB15-BB48-831F-9D8B37C4A6C4}" type="pres">
      <dgm:prSet presAssocID="{6F7647CA-4CD9-4FCA-836B-607AC85467C7}" presName="matrix" presStyleCnt="0">
        <dgm:presLayoutVars>
          <dgm:chMax val="1"/>
          <dgm:dir/>
          <dgm:resizeHandles val="exact"/>
        </dgm:presLayoutVars>
      </dgm:prSet>
      <dgm:spPr/>
    </dgm:pt>
    <dgm:pt modelId="{8715EBAA-E7FB-1845-9A73-633F02BF739B}" type="pres">
      <dgm:prSet presAssocID="{6F7647CA-4CD9-4FCA-836B-607AC85467C7}" presName="diamond" presStyleLbl="bgShp" presStyleIdx="0" presStyleCnt="1"/>
      <dgm:spPr/>
    </dgm:pt>
    <dgm:pt modelId="{29B34D30-7315-AB4C-8E79-020DB95236CF}" type="pres">
      <dgm:prSet presAssocID="{6F7647CA-4CD9-4FCA-836B-607AC85467C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8627AE4-F575-CC45-ACB4-6ED251260F8E}" type="pres">
      <dgm:prSet presAssocID="{6F7647CA-4CD9-4FCA-836B-607AC85467C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9224B39-5D5E-B049-A4BD-FE62E2ED7A58}" type="pres">
      <dgm:prSet presAssocID="{6F7647CA-4CD9-4FCA-836B-607AC85467C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76ACB1E-D658-B443-831A-6B50FBF47A8B}" type="pres">
      <dgm:prSet presAssocID="{6F7647CA-4CD9-4FCA-836B-607AC85467C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F5F9211-FA7A-774A-B0E6-A6DB1683E653}" type="presOf" srcId="{34368FE0-9609-44BA-B66E-384CDF3E35CA}" destId="{29B34D30-7315-AB4C-8E79-020DB95236CF}" srcOrd="0" destOrd="0" presId="urn:microsoft.com/office/officeart/2005/8/layout/matrix3"/>
    <dgm:cxn modelId="{2D1F412F-BC98-D247-9143-C8D8E151567D}" type="presOf" srcId="{A83327D1-AD8D-4A78-82D7-1C884E26AB39}" destId="{78627AE4-F575-CC45-ACB4-6ED251260F8E}" srcOrd="0" destOrd="0" presId="urn:microsoft.com/office/officeart/2005/8/layout/matrix3"/>
    <dgm:cxn modelId="{426DAB5F-0D13-D841-B91E-B0099026E7FC}" type="presOf" srcId="{45BD3C92-3DD3-4E8B-A93B-FF52A53FD0AD}" destId="{D9224B39-5D5E-B049-A4BD-FE62E2ED7A58}" srcOrd="0" destOrd="0" presId="urn:microsoft.com/office/officeart/2005/8/layout/matrix3"/>
    <dgm:cxn modelId="{52DCD35F-EE12-4C64-9495-B955DBE002C8}" srcId="{6F7647CA-4CD9-4FCA-836B-607AC85467C7}" destId="{A83327D1-AD8D-4A78-82D7-1C884E26AB39}" srcOrd="1" destOrd="0" parTransId="{9AEAA067-14C1-46EC-BB19-81520DCA7E5F}" sibTransId="{CD4C6B2D-2BD4-4ACD-86AE-F275E46E0E8D}"/>
    <dgm:cxn modelId="{9B25C97B-9C6F-DD4D-8E05-05F599126813}" type="presOf" srcId="{02687054-FE38-4F25-B37B-7E0DEC34B89D}" destId="{176ACB1E-D658-B443-831A-6B50FBF47A8B}" srcOrd="0" destOrd="0" presId="urn:microsoft.com/office/officeart/2005/8/layout/matrix3"/>
    <dgm:cxn modelId="{9C22427D-B971-4848-9889-85B9D5C6D445}" srcId="{6F7647CA-4CD9-4FCA-836B-607AC85467C7}" destId="{45BD3C92-3DD3-4E8B-A93B-FF52A53FD0AD}" srcOrd="2" destOrd="0" parTransId="{8F935194-DC10-495F-AAD0-DE7CBBE50577}" sibTransId="{2AFE3414-2D68-48EF-A202-C5AB7F3F91A0}"/>
    <dgm:cxn modelId="{A81B5CA0-D3EA-4772-A316-00C4F5CAEFE8}" srcId="{6F7647CA-4CD9-4FCA-836B-607AC85467C7}" destId="{02687054-FE38-4F25-B37B-7E0DEC34B89D}" srcOrd="3" destOrd="0" parTransId="{5CD155C0-CE35-4157-8322-254547ADE3FF}" sibTransId="{5DA6A136-D72F-46E0-B4A7-CD355B2496DA}"/>
    <dgm:cxn modelId="{77C324B0-F251-BC49-AEA6-F61EBA4611D2}" type="presOf" srcId="{6F7647CA-4CD9-4FCA-836B-607AC85467C7}" destId="{A924C761-EB15-BB48-831F-9D8B37C4A6C4}" srcOrd="0" destOrd="0" presId="urn:microsoft.com/office/officeart/2005/8/layout/matrix3"/>
    <dgm:cxn modelId="{5BDE3FE1-44A6-4079-96E8-6605A5E78161}" srcId="{6F7647CA-4CD9-4FCA-836B-607AC85467C7}" destId="{34368FE0-9609-44BA-B66E-384CDF3E35CA}" srcOrd="0" destOrd="0" parTransId="{9E496B48-17C6-496F-9914-146EBDC89CE7}" sibTransId="{59851AA0-1E6B-4AFB-8C15-E5A86058CAFA}"/>
    <dgm:cxn modelId="{BB48EEE4-77D7-AD48-86E0-A451A35BD0FF}" type="presParOf" srcId="{A924C761-EB15-BB48-831F-9D8B37C4A6C4}" destId="{8715EBAA-E7FB-1845-9A73-633F02BF739B}" srcOrd="0" destOrd="0" presId="urn:microsoft.com/office/officeart/2005/8/layout/matrix3"/>
    <dgm:cxn modelId="{53821CEA-5D3A-BF44-BB32-682B22C7DB87}" type="presParOf" srcId="{A924C761-EB15-BB48-831F-9D8B37C4A6C4}" destId="{29B34D30-7315-AB4C-8E79-020DB95236CF}" srcOrd="1" destOrd="0" presId="urn:microsoft.com/office/officeart/2005/8/layout/matrix3"/>
    <dgm:cxn modelId="{F8387A01-EBA6-0E4D-8722-EA65A232B823}" type="presParOf" srcId="{A924C761-EB15-BB48-831F-9D8B37C4A6C4}" destId="{78627AE4-F575-CC45-ACB4-6ED251260F8E}" srcOrd="2" destOrd="0" presId="urn:microsoft.com/office/officeart/2005/8/layout/matrix3"/>
    <dgm:cxn modelId="{5295731E-4980-9645-A550-98A56FBB2AAA}" type="presParOf" srcId="{A924C761-EB15-BB48-831F-9D8B37C4A6C4}" destId="{D9224B39-5D5E-B049-A4BD-FE62E2ED7A58}" srcOrd="3" destOrd="0" presId="urn:microsoft.com/office/officeart/2005/8/layout/matrix3"/>
    <dgm:cxn modelId="{9D81B2AF-C774-844B-BAFB-B1BCD10F0CE2}" type="presParOf" srcId="{A924C761-EB15-BB48-831F-9D8B37C4A6C4}" destId="{176ACB1E-D658-B443-831A-6B50FBF47A8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FC981E-6C56-4104-A2FC-2828D78ABB4C}" type="doc">
      <dgm:prSet loTypeId="urn:microsoft.com/office/officeart/2005/8/layout/vList2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BB9EFC35-19A0-43AB-9BE8-DD8ED2EA23FF}">
      <dgm:prSet/>
      <dgm:spPr/>
      <dgm:t>
        <a:bodyPr/>
        <a:lstStyle/>
        <a:p>
          <a:r>
            <a:rPr lang="en-US"/>
            <a:t>Verified E01 forensic image</a:t>
          </a:r>
        </a:p>
      </dgm:t>
    </dgm:pt>
    <dgm:pt modelId="{71B9FD4C-9CDF-4D6F-840C-C4611959DA72}" type="parTrans" cxnId="{52181A85-A478-459E-9D9D-159E995D169A}">
      <dgm:prSet/>
      <dgm:spPr/>
      <dgm:t>
        <a:bodyPr/>
        <a:lstStyle/>
        <a:p>
          <a:endParaRPr lang="en-US"/>
        </a:p>
      </dgm:t>
    </dgm:pt>
    <dgm:pt modelId="{3AC48342-9B3B-410D-993E-3BED7ACCE4D2}" type="sibTrans" cxnId="{52181A85-A478-459E-9D9D-159E995D169A}">
      <dgm:prSet/>
      <dgm:spPr/>
      <dgm:t>
        <a:bodyPr/>
        <a:lstStyle/>
        <a:p>
          <a:endParaRPr lang="en-US"/>
        </a:p>
      </dgm:t>
    </dgm:pt>
    <dgm:pt modelId="{556DFBCA-29D3-47D4-AB46-DD533A0CA7C2}">
      <dgm:prSet/>
      <dgm:spPr/>
      <dgm:t>
        <a:bodyPr/>
        <a:lstStyle/>
        <a:p>
          <a:r>
            <a:rPr lang="en-US"/>
            <a:t>File system &amp; user activity analysis</a:t>
          </a:r>
        </a:p>
      </dgm:t>
    </dgm:pt>
    <dgm:pt modelId="{693B9F0B-51E9-468A-A1ED-71F7BD0D5BB6}" type="parTrans" cxnId="{DCB846E7-AB11-45DC-AFAC-CFB855921957}">
      <dgm:prSet/>
      <dgm:spPr/>
      <dgm:t>
        <a:bodyPr/>
        <a:lstStyle/>
        <a:p>
          <a:endParaRPr lang="en-US"/>
        </a:p>
      </dgm:t>
    </dgm:pt>
    <dgm:pt modelId="{820BB4CC-A873-4896-999C-547109A51B5F}" type="sibTrans" cxnId="{DCB846E7-AB11-45DC-AFAC-CFB855921957}">
      <dgm:prSet/>
      <dgm:spPr/>
      <dgm:t>
        <a:bodyPr/>
        <a:lstStyle/>
        <a:p>
          <a:endParaRPr lang="en-US"/>
        </a:p>
      </dgm:t>
    </dgm:pt>
    <dgm:pt modelId="{7066AB60-7098-4BF9-A9A1-EC337376E3FE}">
      <dgm:prSet/>
      <dgm:spPr/>
      <dgm:t>
        <a:bodyPr/>
        <a:lstStyle/>
        <a:p>
          <a:r>
            <a:rPr lang="en-US"/>
            <a:t>Deleted data and concealment techniques</a:t>
          </a:r>
        </a:p>
      </dgm:t>
    </dgm:pt>
    <dgm:pt modelId="{39422CFB-A615-4096-A615-4EB3E91BF2A6}" type="parTrans" cxnId="{8035E425-F94A-4855-B441-0BEE067F454C}">
      <dgm:prSet/>
      <dgm:spPr/>
      <dgm:t>
        <a:bodyPr/>
        <a:lstStyle/>
        <a:p>
          <a:endParaRPr lang="en-US"/>
        </a:p>
      </dgm:t>
    </dgm:pt>
    <dgm:pt modelId="{65B0ED32-20E5-4157-812C-C6387140EB79}" type="sibTrans" cxnId="{8035E425-F94A-4855-B441-0BEE067F454C}">
      <dgm:prSet/>
      <dgm:spPr/>
      <dgm:t>
        <a:bodyPr/>
        <a:lstStyle/>
        <a:p>
          <a:endParaRPr lang="en-US"/>
        </a:p>
      </dgm:t>
    </dgm:pt>
    <dgm:pt modelId="{DACCCC97-1322-4F8E-88A1-56BD04A6785A}">
      <dgm:prSet/>
      <dgm:spPr/>
      <dgm:t>
        <a:bodyPr/>
        <a:lstStyle/>
        <a:p>
          <a:r>
            <a:rPr lang="en-US"/>
            <a:t>No live system interaction</a:t>
          </a:r>
        </a:p>
      </dgm:t>
    </dgm:pt>
    <dgm:pt modelId="{6273445C-7370-4AD5-83AD-37043486507A}" type="parTrans" cxnId="{D09CB090-BDE1-4AC1-A716-4D73ECB61E9D}">
      <dgm:prSet/>
      <dgm:spPr/>
      <dgm:t>
        <a:bodyPr/>
        <a:lstStyle/>
        <a:p>
          <a:endParaRPr lang="en-US"/>
        </a:p>
      </dgm:t>
    </dgm:pt>
    <dgm:pt modelId="{BEC285F6-B9D7-4652-A943-8D3D98503D67}" type="sibTrans" cxnId="{D09CB090-BDE1-4AC1-A716-4D73ECB61E9D}">
      <dgm:prSet/>
      <dgm:spPr/>
      <dgm:t>
        <a:bodyPr/>
        <a:lstStyle/>
        <a:p>
          <a:endParaRPr lang="en-US"/>
        </a:p>
      </dgm:t>
    </dgm:pt>
    <dgm:pt modelId="{3CD3EBBC-3A68-DC4D-9F59-E8A04114AF24}" type="pres">
      <dgm:prSet presAssocID="{D8FC981E-6C56-4104-A2FC-2828D78ABB4C}" presName="linear" presStyleCnt="0">
        <dgm:presLayoutVars>
          <dgm:animLvl val="lvl"/>
          <dgm:resizeHandles val="exact"/>
        </dgm:presLayoutVars>
      </dgm:prSet>
      <dgm:spPr/>
    </dgm:pt>
    <dgm:pt modelId="{1B950BA2-95F0-F442-AB2C-D9B98D1D1C99}" type="pres">
      <dgm:prSet presAssocID="{BB9EFC35-19A0-43AB-9BE8-DD8ED2EA23F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2329ACD-895E-0344-8AF3-A8412CEE4139}" type="pres">
      <dgm:prSet presAssocID="{3AC48342-9B3B-410D-993E-3BED7ACCE4D2}" presName="spacer" presStyleCnt="0"/>
      <dgm:spPr/>
    </dgm:pt>
    <dgm:pt modelId="{E486CEBC-A4EA-FB4D-81D7-C6B1E585B8CE}" type="pres">
      <dgm:prSet presAssocID="{556DFBCA-29D3-47D4-AB46-DD533A0CA7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6119A82-878B-2144-BBCD-5FFC50E53AE6}" type="pres">
      <dgm:prSet presAssocID="{820BB4CC-A873-4896-999C-547109A51B5F}" presName="spacer" presStyleCnt="0"/>
      <dgm:spPr/>
    </dgm:pt>
    <dgm:pt modelId="{DD6AF8BF-2A26-A94A-972E-C5F509EC0F4F}" type="pres">
      <dgm:prSet presAssocID="{7066AB60-7098-4BF9-A9A1-EC337376E3F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26BFA18-133E-3E40-AB49-CB39D96B239A}" type="pres">
      <dgm:prSet presAssocID="{65B0ED32-20E5-4157-812C-C6387140EB79}" presName="spacer" presStyleCnt="0"/>
      <dgm:spPr/>
    </dgm:pt>
    <dgm:pt modelId="{D2F824E0-8F00-AA45-9547-0A90D129D8ED}" type="pres">
      <dgm:prSet presAssocID="{DACCCC97-1322-4F8E-88A1-56BD04A6785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284860D-4958-B847-BFBC-4392B0C54453}" type="presOf" srcId="{D8FC981E-6C56-4104-A2FC-2828D78ABB4C}" destId="{3CD3EBBC-3A68-DC4D-9F59-E8A04114AF24}" srcOrd="0" destOrd="0" presId="urn:microsoft.com/office/officeart/2005/8/layout/vList2"/>
    <dgm:cxn modelId="{8035E425-F94A-4855-B441-0BEE067F454C}" srcId="{D8FC981E-6C56-4104-A2FC-2828D78ABB4C}" destId="{7066AB60-7098-4BF9-A9A1-EC337376E3FE}" srcOrd="2" destOrd="0" parTransId="{39422CFB-A615-4096-A615-4EB3E91BF2A6}" sibTransId="{65B0ED32-20E5-4157-812C-C6387140EB79}"/>
    <dgm:cxn modelId="{7306165D-E0E4-5242-BD1A-89360610085E}" type="presOf" srcId="{BB9EFC35-19A0-43AB-9BE8-DD8ED2EA23FF}" destId="{1B950BA2-95F0-F442-AB2C-D9B98D1D1C99}" srcOrd="0" destOrd="0" presId="urn:microsoft.com/office/officeart/2005/8/layout/vList2"/>
    <dgm:cxn modelId="{D63E807A-F303-DE4E-B153-36DC8464E1C1}" type="presOf" srcId="{7066AB60-7098-4BF9-A9A1-EC337376E3FE}" destId="{DD6AF8BF-2A26-A94A-972E-C5F509EC0F4F}" srcOrd="0" destOrd="0" presId="urn:microsoft.com/office/officeart/2005/8/layout/vList2"/>
    <dgm:cxn modelId="{933F827D-5FFD-1F41-9A57-70217FA3C67C}" type="presOf" srcId="{DACCCC97-1322-4F8E-88A1-56BD04A6785A}" destId="{D2F824E0-8F00-AA45-9547-0A90D129D8ED}" srcOrd="0" destOrd="0" presId="urn:microsoft.com/office/officeart/2005/8/layout/vList2"/>
    <dgm:cxn modelId="{52181A85-A478-459E-9D9D-159E995D169A}" srcId="{D8FC981E-6C56-4104-A2FC-2828D78ABB4C}" destId="{BB9EFC35-19A0-43AB-9BE8-DD8ED2EA23FF}" srcOrd="0" destOrd="0" parTransId="{71B9FD4C-9CDF-4D6F-840C-C4611959DA72}" sibTransId="{3AC48342-9B3B-410D-993E-3BED7ACCE4D2}"/>
    <dgm:cxn modelId="{D09CB090-BDE1-4AC1-A716-4D73ECB61E9D}" srcId="{D8FC981E-6C56-4104-A2FC-2828D78ABB4C}" destId="{DACCCC97-1322-4F8E-88A1-56BD04A6785A}" srcOrd="3" destOrd="0" parTransId="{6273445C-7370-4AD5-83AD-37043486507A}" sibTransId="{BEC285F6-B9D7-4652-A943-8D3D98503D67}"/>
    <dgm:cxn modelId="{DCB846E7-AB11-45DC-AFAC-CFB855921957}" srcId="{D8FC981E-6C56-4104-A2FC-2828D78ABB4C}" destId="{556DFBCA-29D3-47D4-AB46-DD533A0CA7C2}" srcOrd="1" destOrd="0" parTransId="{693B9F0B-51E9-468A-A1ED-71F7BD0D5BB6}" sibTransId="{820BB4CC-A873-4896-999C-547109A51B5F}"/>
    <dgm:cxn modelId="{00E099FB-51FB-6245-AEE6-AC75FBCD7E6C}" type="presOf" srcId="{556DFBCA-29D3-47D4-AB46-DD533A0CA7C2}" destId="{E486CEBC-A4EA-FB4D-81D7-C6B1E585B8CE}" srcOrd="0" destOrd="0" presId="urn:microsoft.com/office/officeart/2005/8/layout/vList2"/>
    <dgm:cxn modelId="{26C23D76-6292-3E4F-849B-2A9BDEB77DFE}" type="presParOf" srcId="{3CD3EBBC-3A68-DC4D-9F59-E8A04114AF24}" destId="{1B950BA2-95F0-F442-AB2C-D9B98D1D1C99}" srcOrd="0" destOrd="0" presId="urn:microsoft.com/office/officeart/2005/8/layout/vList2"/>
    <dgm:cxn modelId="{EFCF0EAD-E349-DD4C-B41E-3A00013B9F85}" type="presParOf" srcId="{3CD3EBBC-3A68-DC4D-9F59-E8A04114AF24}" destId="{02329ACD-895E-0344-8AF3-A8412CEE4139}" srcOrd="1" destOrd="0" presId="urn:microsoft.com/office/officeart/2005/8/layout/vList2"/>
    <dgm:cxn modelId="{637ED3D7-B8A2-5642-8C88-766AE786014B}" type="presParOf" srcId="{3CD3EBBC-3A68-DC4D-9F59-E8A04114AF24}" destId="{E486CEBC-A4EA-FB4D-81D7-C6B1E585B8CE}" srcOrd="2" destOrd="0" presId="urn:microsoft.com/office/officeart/2005/8/layout/vList2"/>
    <dgm:cxn modelId="{DAC6E006-7542-5348-B9C4-8362E2E7316E}" type="presParOf" srcId="{3CD3EBBC-3A68-DC4D-9F59-E8A04114AF24}" destId="{E6119A82-878B-2144-BBCD-5FFC50E53AE6}" srcOrd="3" destOrd="0" presId="urn:microsoft.com/office/officeart/2005/8/layout/vList2"/>
    <dgm:cxn modelId="{9536D3E8-5416-BB4C-B5AF-8528E33B251B}" type="presParOf" srcId="{3CD3EBBC-3A68-DC4D-9F59-E8A04114AF24}" destId="{DD6AF8BF-2A26-A94A-972E-C5F509EC0F4F}" srcOrd="4" destOrd="0" presId="urn:microsoft.com/office/officeart/2005/8/layout/vList2"/>
    <dgm:cxn modelId="{43902614-45A5-0546-9F9C-88866C459872}" type="presParOf" srcId="{3CD3EBBC-3A68-DC4D-9F59-E8A04114AF24}" destId="{626BFA18-133E-3E40-AB49-CB39D96B239A}" srcOrd="5" destOrd="0" presId="urn:microsoft.com/office/officeart/2005/8/layout/vList2"/>
    <dgm:cxn modelId="{00F5092D-71EC-1B41-B25A-1BE4E0C30688}" type="presParOf" srcId="{3CD3EBBC-3A68-DC4D-9F59-E8A04114AF24}" destId="{D2F824E0-8F00-AA45-9547-0A90D129D8E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DB2F576-DC27-4EC5-9B97-17C8B21A8CD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5E44195-BFD2-48C3-BF9E-AD15E350C9B4}">
      <dgm:prSet/>
      <dgm:spPr/>
      <dgm:t>
        <a:bodyPr/>
        <a:lstStyle/>
        <a:p>
          <a:r>
            <a:rPr lang="en-US"/>
            <a:t>Autopsy – Primary forensic analysis</a:t>
          </a:r>
        </a:p>
      </dgm:t>
    </dgm:pt>
    <dgm:pt modelId="{4F205994-120F-46DB-B127-6BBC15BE1240}" type="parTrans" cxnId="{2FFCE22D-EC07-4DED-AB35-973FC35DE21F}">
      <dgm:prSet/>
      <dgm:spPr/>
      <dgm:t>
        <a:bodyPr/>
        <a:lstStyle/>
        <a:p>
          <a:endParaRPr lang="en-US"/>
        </a:p>
      </dgm:t>
    </dgm:pt>
    <dgm:pt modelId="{5C694C5E-446D-415B-B037-67A6D587FAD7}" type="sibTrans" cxnId="{2FFCE22D-EC07-4DED-AB35-973FC35DE21F}">
      <dgm:prSet/>
      <dgm:spPr/>
      <dgm:t>
        <a:bodyPr/>
        <a:lstStyle/>
        <a:p>
          <a:endParaRPr lang="en-US"/>
        </a:p>
      </dgm:t>
    </dgm:pt>
    <dgm:pt modelId="{FB7BA461-CC00-47D5-BE44-81B3318AE24F}">
      <dgm:prSet/>
      <dgm:spPr/>
      <dgm:t>
        <a:bodyPr/>
        <a:lstStyle/>
        <a:p>
          <a:r>
            <a:rPr lang="en-US"/>
            <a:t>FTK Imager – Integrity verification</a:t>
          </a:r>
        </a:p>
      </dgm:t>
    </dgm:pt>
    <dgm:pt modelId="{C8329AD2-1762-4FE1-90B2-0C836B472D31}" type="parTrans" cxnId="{C0A4F6B0-252B-4726-9497-DA0F6826A180}">
      <dgm:prSet/>
      <dgm:spPr/>
      <dgm:t>
        <a:bodyPr/>
        <a:lstStyle/>
        <a:p>
          <a:endParaRPr lang="en-US"/>
        </a:p>
      </dgm:t>
    </dgm:pt>
    <dgm:pt modelId="{6985332E-8B3A-46EC-BE93-CDF00DFCFF60}" type="sibTrans" cxnId="{C0A4F6B0-252B-4726-9497-DA0F6826A180}">
      <dgm:prSet/>
      <dgm:spPr/>
      <dgm:t>
        <a:bodyPr/>
        <a:lstStyle/>
        <a:p>
          <a:endParaRPr lang="en-US"/>
        </a:p>
      </dgm:t>
    </dgm:pt>
    <dgm:pt modelId="{65BC1AD0-C2E3-459F-8EC2-54575C6EF414}">
      <dgm:prSet/>
      <dgm:spPr/>
      <dgm:t>
        <a:bodyPr/>
        <a:lstStyle/>
        <a:p>
          <a:r>
            <a:rPr lang="en-US"/>
            <a:t>VeraCrypt – Encrypted container analysis</a:t>
          </a:r>
        </a:p>
      </dgm:t>
    </dgm:pt>
    <dgm:pt modelId="{F0647102-0D08-440B-90A3-562190BA3652}" type="parTrans" cxnId="{97E76AD0-DEE6-4B82-A876-ECB5ADE0F824}">
      <dgm:prSet/>
      <dgm:spPr/>
      <dgm:t>
        <a:bodyPr/>
        <a:lstStyle/>
        <a:p>
          <a:endParaRPr lang="en-US"/>
        </a:p>
      </dgm:t>
    </dgm:pt>
    <dgm:pt modelId="{E3A3072C-89F4-450B-8753-BA45BC2E703B}" type="sibTrans" cxnId="{97E76AD0-DEE6-4B82-A876-ECB5ADE0F824}">
      <dgm:prSet/>
      <dgm:spPr/>
      <dgm:t>
        <a:bodyPr/>
        <a:lstStyle/>
        <a:p>
          <a:endParaRPr lang="en-US"/>
        </a:p>
      </dgm:t>
    </dgm:pt>
    <dgm:pt modelId="{AA4CC05C-E905-4038-BAE5-E456768E4FBC}">
      <dgm:prSet/>
      <dgm:spPr/>
      <dgm:t>
        <a:bodyPr/>
        <a:lstStyle/>
        <a:p>
          <a:r>
            <a:rPr lang="en-US"/>
            <a:t>Repeatable forensic methodology</a:t>
          </a:r>
        </a:p>
      </dgm:t>
    </dgm:pt>
    <dgm:pt modelId="{E641DFA1-B175-464B-9F57-1C5FCE50F826}" type="parTrans" cxnId="{96B3B22D-104C-4EAF-9DFD-7A2915580E94}">
      <dgm:prSet/>
      <dgm:spPr/>
      <dgm:t>
        <a:bodyPr/>
        <a:lstStyle/>
        <a:p>
          <a:endParaRPr lang="en-US"/>
        </a:p>
      </dgm:t>
    </dgm:pt>
    <dgm:pt modelId="{D4F87D4B-B87F-4CBF-91AE-3EEE5FECF6D3}" type="sibTrans" cxnId="{96B3B22D-104C-4EAF-9DFD-7A2915580E94}">
      <dgm:prSet/>
      <dgm:spPr/>
      <dgm:t>
        <a:bodyPr/>
        <a:lstStyle/>
        <a:p>
          <a:endParaRPr lang="en-US"/>
        </a:p>
      </dgm:t>
    </dgm:pt>
    <dgm:pt modelId="{F0DDF0C0-0FC7-4B90-9CF0-836ADBA9DAEB}" type="pres">
      <dgm:prSet presAssocID="{8DB2F576-DC27-4EC5-9B97-17C8B21A8CD2}" presName="root" presStyleCnt="0">
        <dgm:presLayoutVars>
          <dgm:dir/>
          <dgm:resizeHandles val="exact"/>
        </dgm:presLayoutVars>
      </dgm:prSet>
      <dgm:spPr/>
    </dgm:pt>
    <dgm:pt modelId="{DAD812BB-4406-4494-876C-F8B3FC564674}" type="pres">
      <dgm:prSet presAssocID="{25E44195-BFD2-48C3-BF9E-AD15E350C9B4}" presName="compNode" presStyleCnt="0"/>
      <dgm:spPr/>
    </dgm:pt>
    <dgm:pt modelId="{2BC24AE1-99F3-43EE-9858-836BE38690B8}" type="pres">
      <dgm:prSet presAssocID="{25E44195-BFD2-48C3-BF9E-AD15E350C9B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C7F50C4B-C319-41D1-870A-4522BAB035FC}" type="pres">
      <dgm:prSet presAssocID="{25E44195-BFD2-48C3-BF9E-AD15E350C9B4}" presName="spaceRect" presStyleCnt="0"/>
      <dgm:spPr/>
    </dgm:pt>
    <dgm:pt modelId="{24D98822-D90E-4FA4-8F6B-BFEA9E698707}" type="pres">
      <dgm:prSet presAssocID="{25E44195-BFD2-48C3-BF9E-AD15E350C9B4}" presName="textRect" presStyleLbl="revTx" presStyleIdx="0" presStyleCnt="4">
        <dgm:presLayoutVars>
          <dgm:chMax val="1"/>
          <dgm:chPref val="1"/>
        </dgm:presLayoutVars>
      </dgm:prSet>
      <dgm:spPr/>
    </dgm:pt>
    <dgm:pt modelId="{B0F7FFFC-9BA6-452B-88EA-A0C4D53B4DE7}" type="pres">
      <dgm:prSet presAssocID="{5C694C5E-446D-415B-B037-67A6D587FAD7}" presName="sibTrans" presStyleCnt="0"/>
      <dgm:spPr/>
    </dgm:pt>
    <dgm:pt modelId="{AFDE76C7-3F7D-4635-8500-0892FF3C3FD6}" type="pres">
      <dgm:prSet presAssocID="{FB7BA461-CC00-47D5-BE44-81B3318AE24F}" presName="compNode" presStyleCnt="0"/>
      <dgm:spPr/>
    </dgm:pt>
    <dgm:pt modelId="{1CF38A7B-73A3-4E71-A58B-AB997A8BFB73}" type="pres">
      <dgm:prSet presAssocID="{FB7BA461-CC00-47D5-BE44-81B3318AE24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47A1BFFE-DDF6-4D87-A9E1-2428F8C400C3}" type="pres">
      <dgm:prSet presAssocID="{FB7BA461-CC00-47D5-BE44-81B3318AE24F}" presName="spaceRect" presStyleCnt="0"/>
      <dgm:spPr/>
    </dgm:pt>
    <dgm:pt modelId="{7052025A-57CC-4F96-9701-AE32B9CB1224}" type="pres">
      <dgm:prSet presAssocID="{FB7BA461-CC00-47D5-BE44-81B3318AE24F}" presName="textRect" presStyleLbl="revTx" presStyleIdx="1" presStyleCnt="4">
        <dgm:presLayoutVars>
          <dgm:chMax val="1"/>
          <dgm:chPref val="1"/>
        </dgm:presLayoutVars>
      </dgm:prSet>
      <dgm:spPr/>
    </dgm:pt>
    <dgm:pt modelId="{5A397E09-EF7D-4152-BD31-EBCF2AF1BA9D}" type="pres">
      <dgm:prSet presAssocID="{6985332E-8B3A-46EC-BE93-CDF00DFCFF60}" presName="sibTrans" presStyleCnt="0"/>
      <dgm:spPr/>
    </dgm:pt>
    <dgm:pt modelId="{18CEDF02-5E89-4529-A13C-C207EEBE0CA0}" type="pres">
      <dgm:prSet presAssocID="{65BC1AD0-C2E3-459F-8EC2-54575C6EF414}" presName="compNode" presStyleCnt="0"/>
      <dgm:spPr/>
    </dgm:pt>
    <dgm:pt modelId="{81FA975F-CF0F-4755-AB64-D05D5D779E80}" type="pres">
      <dgm:prSet presAssocID="{65BC1AD0-C2E3-459F-8EC2-54575C6EF41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8056B24A-39A8-4598-9498-36A78D74B331}" type="pres">
      <dgm:prSet presAssocID="{65BC1AD0-C2E3-459F-8EC2-54575C6EF414}" presName="spaceRect" presStyleCnt="0"/>
      <dgm:spPr/>
    </dgm:pt>
    <dgm:pt modelId="{F2746FD1-4BDD-4C95-AB6B-2D3919061177}" type="pres">
      <dgm:prSet presAssocID="{65BC1AD0-C2E3-459F-8EC2-54575C6EF414}" presName="textRect" presStyleLbl="revTx" presStyleIdx="2" presStyleCnt="4">
        <dgm:presLayoutVars>
          <dgm:chMax val="1"/>
          <dgm:chPref val="1"/>
        </dgm:presLayoutVars>
      </dgm:prSet>
      <dgm:spPr/>
    </dgm:pt>
    <dgm:pt modelId="{1AC010DF-EF62-4D22-921B-F0D3A1E2694E}" type="pres">
      <dgm:prSet presAssocID="{E3A3072C-89F4-450B-8753-BA45BC2E703B}" presName="sibTrans" presStyleCnt="0"/>
      <dgm:spPr/>
    </dgm:pt>
    <dgm:pt modelId="{DD2E2F13-196D-44AC-8D7A-574A18B069F7}" type="pres">
      <dgm:prSet presAssocID="{AA4CC05C-E905-4038-BAE5-E456768E4FBC}" presName="compNode" presStyleCnt="0"/>
      <dgm:spPr/>
    </dgm:pt>
    <dgm:pt modelId="{EAC8A070-E4C6-489F-ADE7-98E4A029F2F0}" type="pres">
      <dgm:prSet presAssocID="{AA4CC05C-E905-4038-BAE5-E456768E4FB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559A182-7C47-4D7F-B582-EF769D1B92B2}" type="pres">
      <dgm:prSet presAssocID="{AA4CC05C-E905-4038-BAE5-E456768E4FBC}" presName="spaceRect" presStyleCnt="0"/>
      <dgm:spPr/>
    </dgm:pt>
    <dgm:pt modelId="{F8A4749C-FDB6-4192-BCBF-E4A5F163250A}" type="pres">
      <dgm:prSet presAssocID="{AA4CC05C-E905-4038-BAE5-E456768E4FB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BDB0422-E304-4331-A1EC-25CB8634E709}" type="presOf" srcId="{25E44195-BFD2-48C3-BF9E-AD15E350C9B4}" destId="{24D98822-D90E-4FA4-8F6B-BFEA9E698707}" srcOrd="0" destOrd="0" presId="urn:microsoft.com/office/officeart/2018/2/layout/IconLabelList"/>
    <dgm:cxn modelId="{FBF28F26-6BD8-461F-9D68-6C7D1C61A801}" type="presOf" srcId="{FB7BA461-CC00-47D5-BE44-81B3318AE24F}" destId="{7052025A-57CC-4F96-9701-AE32B9CB1224}" srcOrd="0" destOrd="0" presId="urn:microsoft.com/office/officeart/2018/2/layout/IconLabelList"/>
    <dgm:cxn modelId="{96B3B22D-104C-4EAF-9DFD-7A2915580E94}" srcId="{8DB2F576-DC27-4EC5-9B97-17C8B21A8CD2}" destId="{AA4CC05C-E905-4038-BAE5-E456768E4FBC}" srcOrd="3" destOrd="0" parTransId="{E641DFA1-B175-464B-9F57-1C5FCE50F826}" sibTransId="{D4F87D4B-B87F-4CBF-91AE-3EEE5FECF6D3}"/>
    <dgm:cxn modelId="{2FFCE22D-EC07-4DED-AB35-973FC35DE21F}" srcId="{8DB2F576-DC27-4EC5-9B97-17C8B21A8CD2}" destId="{25E44195-BFD2-48C3-BF9E-AD15E350C9B4}" srcOrd="0" destOrd="0" parTransId="{4F205994-120F-46DB-B127-6BBC15BE1240}" sibTransId="{5C694C5E-446D-415B-B037-67A6D587FAD7}"/>
    <dgm:cxn modelId="{FFE9756B-742E-48E0-984F-A9AE07937C60}" type="presOf" srcId="{65BC1AD0-C2E3-459F-8EC2-54575C6EF414}" destId="{F2746FD1-4BDD-4C95-AB6B-2D3919061177}" srcOrd="0" destOrd="0" presId="urn:microsoft.com/office/officeart/2018/2/layout/IconLabelList"/>
    <dgm:cxn modelId="{6BFDFC9F-6CC8-4720-8D50-7EB35D78CB8F}" type="presOf" srcId="{AA4CC05C-E905-4038-BAE5-E456768E4FBC}" destId="{F8A4749C-FDB6-4192-BCBF-E4A5F163250A}" srcOrd="0" destOrd="0" presId="urn:microsoft.com/office/officeart/2018/2/layout/IconLabelList"/>
    <dgm:cxn modelId="{C0A4F6B0-252B-4726-9497-DA0F6826A180}" srcId="{8DB2F576-DC27-4EC5-9B97-17C8B21A8CD2}" destId="{FB7BA461-CC00-47D5-BE44-81B3318AE24F}" srcOrd="1" destOrd="0" parTransId="{C8329AD2-1762-4FE1-90B2-0C836B472D31}" sibTransId="{6985332E-8B3A-46EC-BE93-CDF00DFCFF60}"/>
    <dgm:cxn modelId="{098757B9-ECF1-4902-B758-9AB2AA4618E3}" type="presOf" srcId="{8DB2F576-DC27-4EC5-9B97-17C8B21A8CD2}" destId="{F0DDF0C0-0FC7-4B90-9CF0-836ADBA9DAEB}" srcOrd="0" destOrd="0" presId="urn:microsoft.com/office/officeart/2018/2/layout/IconLabelList"/>
    <dgm:cxn modelId="{97E76AD0-DEE6-4B82-A876-ECB5ADE0F824}" srcId="{8DB2F576-DC27-4EC5-9B97-17C8B21A8CD2}" destId="{65BC1AD0-C2E3-459F-8EC2-54575C6EF414}" srcOrd="2" destOrd="0" parTransId="{F0647102-0D08-440B-90A3-562190BA3652}" sibTransId="{E3A3072C-89F4-450B-8753-BA45BC2E703B}"/>
    <dgm:cxn modelId="{360F0238-55C7-4048-9060-19E2F7F32F6D}" type="presParOf" srcId="{F0DDF0C0-0FC7-4B90-9CF0-836ADBA9DAEB}" destId="{DAD812BB-4406-4494-876C-F8B3FC564674}" srcOrd="0" destOrd="0" presId="urn:microsoft.com/office/officeart/2018/2/layout/IconLabelList"/>
    <dgm:cxn modelId="{65C22ECC-1214-4F74-8977-EB8A1A0D409C}" type="presParOf" srcId="{DAD812BB-4406-4494-876C-F8B3FC564674}" destId="{2BC24AE1-99F3-43EE-9858-836BE38690B8}" srcOrd="0" destOrd="0" presId="urn:microsoft.com/office/officeart/2018/2/layout/IconLabelList"/>
    <dgm:cxn modelId="{3F30A59D-B982-4888-A6E4-20020A7E07FB}" type="presParOf" srcId="{DAD812BB-4406-4494-876C-F8B3FC564674}" destId="{C7F50C4B-C319-41D1-870A-4522BAB035FC}" srcOrd="1" destOrd="0" presId="urn:microsoft.com/office/officeart/2018/2/layout/IconLabelList"/>
    <dgm:cxn modelId="{A1F6C1D7-0B6E-4A29-9ABC-E7151F0F4DE6}" type="presParOf" srcId="{DAD812BB-4406-4494-876C-F8B3FC564674}" destId="{24D98822-D90E-4FA4-8F6B-BFEA9E698707}" srcOrd="2" destOrd="0" presId="urn:microsoft.com/office/officeart/2018/2/layout/IconLabelList"/>
    <dgm:cxn modelId="{4F7F0B95-CBFE-4F6C-B627-6BE082D3D45B}" type="presParOf" srcId="{F0DDF0C0-0FC7-4B90-9CF0-836ADBA9DAEB}" destId="{B0F7FFFC-9BA6-452B-88EA-A0C4D53B4DE7}" srcOrd="1" destOrd="0" presId="urn:microsoft.com/office/officeart/2018/2/layout/IconLabelList"/>
    <dgm:cxn modelId="{CDB983FD-F240-426A-B751-59D48ECB0E07}" type="presParOf" srcId="{F0DDF0C0-0FC7-4B90-9CF0-836ADBA9DAEB}" destId="{AFDE76C7-3F7D-4635-8500-0892FF3C3FD6}" srcOrd="2" destOrd="0" presId="urn:microsoft.com/office/officeart/2018/2/layout/IconLabelList"/>
    <dgm:cxn modelId="{7C0416A1-A042-42CB-B642-8AD4D64008AC}" type="presParOf" srcId="{AFDE76C7-3F7D-4635-8500-0892FF3C3FD6}" destId="{1CF38A7B-73A3-4E71-A58B-AB997A8BFB73}" srcOrd="0" destOrd="0" presId="urn:microsoft.com/office/officeart/2018/2/layout/IconLabelList"/>
    <dgm:cxn modelId="{ADD4DBC3-3760-48BD-A0B2-B60B376DC99D}" type="presParOf" srcId="{AFDE76C7-3F7D-4635-8500-0892FF3C3FD6}" destId="{47A1BFFE-DDF6-4D87-A9E1-2428F8C400C3}" srcOrd="1" destOrd="0" presId="urn:microsoft.com/office/officeart/2018/2/layout/IconLabelList"/>
    <dgm:cxn modelId="{F554DC64-CEC1-499B-BE5A-6A76F2290574}" type="presParOf" srcId="{AFDE76C7-3F7D-4635-8500-0892FF3C3FD6}" destId="{7052025A-57CC-4F96-9701-AE32B9CB1224}" srcOrd="2" destOrd="0" presId="urn:microsoft.com/office/officeart/2018/2/layout/IconLabelList"/>
    <dgm:cxn modelId="{56057EEF-A9A0-4F7A-98A7-3DD553746085}" type="presParOf" srcId="{F0DDF0C0-0FC7-4B90-9CF0-836ADBA9DAEB}" destId="{5A397E09-EF7D-4152-BD31-EBCF2AF1BA9D}" srcOrd="3" destOrd="0" presId="urn:microsoft.com/office/officeart/2018/2/layout/IconLabelList"/>
    <dgm:cxn modelId="{0BBA3E0E-FD33-4D5F-A9E2-6308EF31D55D}" type="presParOf" srcId="{F0DDF0C0-0FC7-4B90-9CF0-836ADBA9DAEB}" destId="{18CEDF02-5E89-4529-A13C-C207EEBE0CA0}" srcOrd="4" destOrd="0" presId="urn:microsoft.com/office/officeart/2018/2/layout/IconLabelList"/>
    <dgm:cxn modelId="{1A8AD5A7-EE94-4075-A8E3-B2F16B805F60}" type="presParOf" srcId="{18CEDF02-5E89-4529-A13C-C207EEBE0CA0}" destId="{81FA975F-CF0F-4755-AB64-D05D5D779E80}" srcOrd="0" destOrd="0" presId="urn:microsoft.com/office/officeart/2018/2/layout/IconLabelList"/>
    <dgm:cxn modelId="{A5124820-5F30-4338-8BF4-35EC13155A50}" type="presParOf" srcId="{18CEDF02-5E89-4529-A13C-C207EEBE0CA0}" destId="{8056B24A-39A8-4598-9498-36A78D74B331}" srcOrd="1" destOrd="0" presId="urn:microsoft.com/office/officeart/2018/2/layout/IconLabelList"/>
    <dgm:cxn modelId="{FB1FE290-1024-4814-8094-84FCA684EEA9}" type="presParOf" srcId="{18CEDF02-5E89-4529-A13C-C207EEBE0CA0}" destId="{F2746FD1-4BDD-4C95-AB6B-2D3919061177}" srcOrd="2" destOrd="0" presId="urn:microsoft.com/office/officeart/2018/2/layout/IconLabelList"/>
    <dgm:cxn modelId="{3DBE68C6-6EE9-4647-B045-195732C5AE07}" type="presParOf" srcId="{F0DDF0C0-0FC7-4B90-9CF0-836ADBA9DAEB}" destId="{1AC010DF-EF62-4D22-921B-F0D3A1E2694E}" srcOrd="5" destOrd="0" presId="urn:microsoft.com/office/officeart/2018/2/layout/IconLabelList"/>
    <dgm:cxn modelId="{6C8C3C9B-1B69-4BB3-8EC3-4ACBC43CE3A7}" type="presParOf" srcId="{F0DDF0C0-0FC7-4B90-9CF0-836ADBA9DAEB}" destId="{DD2E2F13-196D-44AC-8D7A-574A18B069F7}" srcOrd="6" destOrd="0" presId="urn:microsoft.com/office/officeart/2018/2/layout/IconLabelList"/>
    <dgm:cxn modelId="{E8D9DBFB-120B-486D-8B1E-9A91D1A654D0}" type="presParOf" srcId="{DD2E2F13-196D-44AC-8D7A-574A18B069F7}" destId="{EAC8A070-E4C6-489F-ADE7-98E4A029F2F0}" srcOrd="0" destOrd="0" presId="urn:microsoft.com/office/officeart/2018/2/layout/IconLabelList"/>
    <dgm:cxn modelId="{4E3AE761-A359-4C9E-86D5-CD6F6B76DFA5}" type="presParOf" srcId="{DD2E2F13-196D-44AC-8D7A-574A18B069F7}" destId="{A559A182-7C47-4D7F-B582-EF769D1B92B2}" srcOrd="1" destOrd="0" presId="urn:microsoft.com/office/officeart/2018/2/layout/IconLabelList"/>
    <dgm:cxn modelId="{08494E6E-91D3-4E23-AFCD-AB896E35F8ED}" type="presParOf" srcId="{DD2E2F13-196D-44AC-8D7A-574A18B069F7}" destId="{F8A4749C-FDB6-4192-BCBF-E4A5F163250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D567081-5F97-4D09-A424-33B19B6F4B7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6AABF6-C48F-4D96-8232-0C48092A41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Encrypted container (fonts.dat)</a:t>
          </a:r>
        </a:p>
      </dgm:t>
    </dgm:pt>
    <dgm:pt modelId="{CF267B9A-1DFC-4BA3-A97C-C4046D578473}" type="parTrans" cxnId="{B305233C-01A9-4A74-A135-5F7D83BA45A8}">
      <dgm:prSet/>
      <dgm:spPr/>
      <dgm:t>
        <a:bodyPr/>
        <a:lstStyle/>
        <a:p>
          <a:endParaRPr lang="en-US"/>
        </a:p>
      </dgm:t>
    </dgm:pt>
    <dgm:pt modelId="{1927D3F6-7B4D-4D19-BA7D-6C1EE26F913E}" type="sibTrans" cxnId="{B305233C-01A9-4A74-A135-5F7D83BA45A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7DC9266-80CE-4E5F-9507-E03F941BC8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Password-protected archive (meme.zip)</a:t>
          </a:r>
        </a:p>
      </dgm:t>
    </dgm:pt>
    <dgm:pt modelId="{DA9F254F-B657-4B20-9D4A-F7E44C97F7AD}" type="parTrans" cxnId="{A0DED1DC-57BB-443A-AA4C-7BC4378A6C42}">
      <dgm:prSet/>
      <dgm:spPr/>
      <dgm:t>
        <a:bodyPr/>
        <a:lstStyle/>
        <a:p>
          <a:endParaRPr lang="en-US"/>
        </a:p>
      </dgm:t>
    </dgm:pt>
    <dgm:pt modelId="{ED1F7EF8-9299-4A95-8E90-3271B4DE1020}" type="sibTrans" cxnId="{A0DED1DC-57BB-443A-AA4C-7BC4378A6C4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910E77C-1306-4B9F-8AD2-A9B912F3D2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Scripts and ADS usage</a:t>
          </a:r>
        </a:p>
      </dgm:t>
    </dgm:pt>
    <dgm:pt modelId="{E7F33BBF-261F-41F4-80C9-B18301616229}" type="parTrans" cxnId="{4F67B4C6-EB6F-4231-B51B-87B93CC88349}">
      <dgm:prSet/>
      <dgm:spPr/>
      <dgm:t>
        <a:bodyPr/>
        <a:lstStyle/>
        <a:p>
          <a:endParaRPr lang="en-US"/>
        </a:p>
      </dgm:t>
    </dgm:pt>
    <dgm:pt modelId="{B411B7F1-B8FA-4665-AE49-C8D017A5F34B}" type="sibTrans" cxnId="{4F67B4C6-EB6F-4231-B51B-87B93CC88349}">
      <dgm:prSet/>
      <dgm:spPr/>
      <dgm:t>
        <a:bodyPr/>
        <a:lstStyle/>
        <a:p>
          <a:endParaRPr lang="en-US"/>
        </a:p>
      </dgm:t>
    </dgm:pt>
    <dgm:pt modelId="{FAAFC45F-4117-4AE3-8B28-1E27F39F745A}" type="pres">
      <dgm:prSet presAssocID="{5D567081-5F97-4D09-A424-33B19B6F4B71}" presName="root" presStyleCnt="0">
        <dgm:presLayoutVars>
          <dgm:dir/>
          <dgm:resizeHandles val="exact"/>
        </dgm:presLayoutVars>
      </dgm:prSet>
      <dgm:spPr/>
    </dgm:pt>
    <dgm:pt modelId="{01FF198E-3902-4121-88F7-F496E6F17BA2}" type="pres">
      <dgm:prSet presAssocID="{5D567081-5F97-4D09-A424-33B19B6F4B71}" presName="container" presStyleCnt="0">
        <dgm:presLayoutVars>
          <dgm:dir/>
          <dgm:resizeHandles val="exact"/>
        </dgm:presLayoutVars>
      </dgm:prSet>
      <dgm:spPr/>
    </dgm:pt>
    <dgm:pt modelId="{237ADFD8-DF1A-4A18-8F0E-7C953D646ED2}" type="pres">
      <dgm:prSet presAssocID="{756AABF6-C48F-4D96-8232-0C48092A4118}" presName="compNode" presStyleCnt="0"/>
      <dgm:spPr/>
    </dgm:pt>
    <dgm:pt modelId="{F5023D99-D48F-4BC5-9D5E-5B17F52E7326}" type="pres">
      <dgm:prSet presAssocID="{756AABF6-C48F-4D96-8232-0C48092A4118}" presName="iconBgRect" presStyleLbl="bgShp" presStyleIdx="0" presStyleCnt="3"/>
      <dgm:spPr/>
    </dgm:pt>
    <dgm:pt modelId="{8E7FD910-1BD5-406B-B0AE-7CA61883DA33}" type="pres">
      <dgm:prSet presAssocID="{756AABF6-C48F-4D96-8232-0C48092A411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CB03D86-066C-44F4-A655-D2F06F4CC2EE}" type="pres">
      <dgm:prSet presAssocID="{756AABF6-C48F-4D96-8232-0C48092A4118}" presName="spaceRect" presStyleCnt="0"/>
      <dgm:spPr/>
    </dgm:pt>
    <dgm:pt modelId="{A7DFD6A4-3C17-4812-A83F-87C74D785974}" type="pres">
      <dgm:prSet presAssocID="{756AABF6-C48F-4D96-8232-0C48092A4118}" presName="textRect" presStyleLbl="revTx" presStyleIdx="0" presStyleCnt="3">
        <dgm:presLayoutVars>
          <dgm:chMax val="1"/>
          <dgm:chPref val="1"/>
        </dgm:presLayoutVars>
      </dgm:prSet>
      <dgm:spPr/>
    </dgm:pt>
    <dgm:pt modelId="{0DA449C5-610E-46F9-BE40-6386CBB2D506}" type="pres">
      <dgm:prSet presAssocID="{1927D3F6-7B4D-4D19-BA7D-6C1EE26F913E}" presName="sibTrans" presStyleLbl="sibTrans2D1" presStyleIdx="0" presStyleCnt="0"/>
      <dgm:spPr/>
    </dgm:pt>
    <dgm:pt modelId="{6F9F0F23-AF55-43AC-9785-1635020E8694}" type="pres">
      <dgm:prSet presAssocID="{E7DC9266-80CE-4E5F-9507-E03F941BC8D0}" presName="compNode" presStyleCnt="0"/>
      <dgm:spPr/>
    </dgm:pt>
    <dgm:pt modelId="{E6350F8F-56EE-4298-B30D-928D3EFF645D}" type="pres">
      <dgm:prSet presAssocID="{E7DC9266-80CE-4E5F-9507-E03F941BC8D0}" presName="iconBgRect" presStyleLbl="bgShp" presStyleIdx="1" presStyleCnt="3"/>
      <dgm:spPr/>
    </dgm:pt>
    <dgm:pt modelId="{7C7CDB55-40E8-4260-8F55-2686F008FA26}" type="pres">
      <dgm:prSet presAssocID="{E7DC9266-80CE-4E5F-9507-E03F941BC8D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755085EE-CD00-4E0A-8AF7-BA826415A5E5}" type="pres">
      <dgm:prSet presAssocID="{E7DC9266-80CE-4E5F-9507-E03F941BC8D0}" presName="spaceRect" presStyleCnt="0"/>
      <dgm:spPr/>
    </dgm:pt>
    <dgm:pt modelId="{F2E17216-8A38-40E8-8DB4-6B25E4F342D0}" type="pres">
      <dgm:prSet presAssocID="{E7DC9266-80CE-4E5F-9507-E03F941BC8D0}" presName="textRect" presStyleLbl="revTx" presStyleIdx="1" presStyleCnt="3">
        <dgm:presLayoutVars>
          <dgm:chMax val="1"/>
          <dgm:chPref val="1"/>
        </dgm:presLayoutVars>
      </dgm:prSet>
      <dgm:spPr/>
    </dgm:pt>
    <dgm:pt modelId="{BADECAF0-EFD8-4FC0-98F6-320ED11DE2F1}" type="pres">
      <dgm:prSet presAssocID="{ED1F7EF8-9299-4A95-8E90-3271B4DE1020}" presName="sibTrans" presStyleLbl="sibTrans2D1" presStyleIdx="0" presStyleCnt="0"/>
      <dgm:spPr/>
    </dgm:pt>
    <dgm:pt modelId="{161EAAF7-DE71-4FF3-85FC-E2C50CEA9AB1}" type="pres">
      <dgm:prSet presAssocID="{C910E77C-1306-4B9F-8AD2-A9B912F3D2A5}" presName="compNode" presStyleCnt="0"/>
      <dgm:spPr/>
    </dgm:pt>
    <dgm:pt modelId="{C020D114-6429-4D9E-9F53-259FECCF9B9F}" type="pres">
      <dgm:prSet presAssocID="{C910E77C-1306-4B9F-8AD2-A9B912F3D2A5}" presName="iconBgRect" presStyleLbl="bgShp" presStyleIdx="2" presStyleCnt="3"/>
      <dgm:spPr/>
    </dgm:pt>
    <dgm:pt modelId="{D8C81537-962E-43EC-AE07-ACEED4F13635}" type="pres">
      <dgm:prSet presAssocID="{C910E77C-1306-4B9F-8AD2-A9B912F3D2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1640D07-A9A3-4F9E-8420-CEB2DECA8E08}" type="pres">
      <dgm:prSet presAssocID="{C910E77C-1306-4B9F-8AD2-A9B912F3D2A5}" presName="spaceRect" presStyleCnt="0"/>
      <dgm:spPr/>
    </dgm:pt>
    <dgm:pt modelId="{F4A90886-8D99-434B-9942-6F15182FAA82}" type="pres">
      <dgm:prSet presAssocID="{C910E77C-1306-4B9F-8AD2-A9B912F3D2A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305233C-01A9-4A74-A135-5F7D83BA45A8}" srcId="{5D567081-5F97-4D09-A424-33B19B6F4B71}" destId="{756AABF6-C48F-4D96-8232-0C48092A4118}" srcOrd="0" destOrd="0" parTransId="{CF267B9A-1DFC-4BA3-A97C-C4046D578473}" sibTransId="{1927D3F6-7B4D-4D19-BA7D-6C1EE26F913E}"/>
    <dgm:cxn modelId="{0F1A9566-A8C3-C743-9A4A-3FF593C01483}" type="presOf" srcId="{756AABF6-C48F-4D96-8232-0C48092A4118}" destId="{A7DFD6A4-3C17-4812-A83F-87C74D785974}" srcOrd="0" destOrd="0" presId="urn:microsoft.com/office/officeart/2018/2/layout/IconCircleList"/>
    <dgm:cxn modelId="{5333756F-034A-5E42-B629-AE0FDC303901}" type="presOf" srcId="{5D567081-5F97-4D09-A424-33B19B6F4B71}" destId="{FAAFC45F-4117-4AE3-8B28-1E27F39F745A}" srcOrd="0" destOrd="0" presId="urn:microsoft.com/office/officeart/2018/2/layout/IconCircleList"/>
    <dgm:cxn modelId="{D893CE98-E1F4-1949-945D-EB8892641450}" type="presOf" srcId="{ED1F7EF8-9299-4A95-8E90-3271B4DE1020}" destId="{BADECAF0-EFD8-4FC0-98F6-320ED11DE2F1}" srcOrd="0" destOrd="0" presId="urn:microsoft.com/office/officeart/2018/2/layout/IconCircleList"/>
    <dgm:cxn modelId="{789ED0B0-6610-CD48-8880-774DF64E1E8A}" type="presOf" srcId="{1927D3F6-7B4D-4D19-BA7D-6C1EE26F913E}" destId="{0DA449C5-610E-46F9-BE40-6386CBB2D506}" srcOrd="0" destOrd="0" presId="urn:microsoft.com/office/officeart/2018/2/layout/IconCircleList"/>
    <dgm:cxn modelId="{D98D0CB1-B885-A64E-AAC0-B5DA09916338}" type="presOf" srcId="{E7DC9266-80CE-4E5F-9507-E03F941BC8D0}" destId="{F2E17216-8A38-40E8-8DB4-6B25E4F342D0}" srcOrd="0" destOrd="0" presId="urn:microsoft.com/office/officeart/2018/2/layout/IconCircleList"/>
    <dgm:cxn modelId="{F8940EB7-E0EF-9F40-BE35-03801736531B}" type="presOf" srcId="{C910E77C-1306-4B9F-8AD2-A9B912F3D2A5}" destId="{F4A90886-8D99-434B-9942-6F15182FAA82}" srcOrd="0" destOrd="0" presId="urn:microsoft.com/office/officeart/2018/2/layout/IconCircleList"/>
    <dgm:cxn modelId="{4F67B4C6-EB6F-4231-B51B-87B93CC88349}" srcId="{5D567081-5F97-4D09-A424-33B19B6F4B71}" destId="{C910E77C-1306-4B9F-8AD2-A9B912F3D2A5}" srcOrd="2" destOrd="0" parTransId="{E7F33BBF-261F-41F4-80C9-B18301616229}" sibTransId="{B411B7F1-B8FA-4665-AE49-C8D017A5F34B}"/>
    <dgm:cxn modelId="{A0DED1DC-57BB-443A-AA4C-7BC4378A6C42}" srcId="{5D567081-5F97-4D09-A424-33B19B6F4B71}" destId="{E7DC9266-80CE-4E5F-9507-E03F941BC8D0}" srcOrd="1" destOrd="0" parTransId="{DA9F254F-B657-4B20-9D4A-F7E44C97F7AD}" sibTransId="{ED1F7EF8-9299-4A95-8E90-3271B4DE1020}"/>
    <dgm:cxn modelId="{83C3DB8F-AAC9-C14E-8150-43BC6BBDCC3E}" type="presParOf" srcId="{FAAFC45F-4117-4AE3-8B28-1E27F39F745A}" destId="{01FF198E-3902-4121-88F7-F496E6F17BA2}" srcOrd="0" destOrd="0" presId="urn:microsoft.com/office/officeart/2018/2/layout/IconCircleList"/>
    <dgm:cxn modelId="{A99FC227-86FD-DA4A-9ABC-5DA6C1622551}" type="presParOf" srcId="{01FF198E-3902-4121-88F7-F496E6F17BA2}" destId="{237ADFD8-DF1A-4A18-8F0E-7C953D646ED2}" srcOrd="0" destOrd="0" presId="urn:microsoft.com/office/officeart/2018/2/layout/IconCircleList"/>
    <dgm:cxn modelId="{62590EA4-52B3-F147-A07C-1B448C48FE5F}" type="presParOf" srcId="{237ADFD8-DF1A-4A18-8F0E-7C953D646ED2}" destId="{F5023D99-D48F-4BC5-9D5E-5B17F52E7326}" srcOrd="0" destOrd="0" presId="urn:microsoft.com/office/officeart/2018/2/layout/IconCircleList"/>
    <dgm:cxn modelId="{93DAD1DD-88A9-6949-910C-F8E355B3E444}" type="presParOf" srcId="{237ADFD8-DF1A-4A18-8F0E-7C953D646ED2}" destId="{8E7FD910-1BD5-406B-B0AE-7CA61883DA33}" srcOrd="1" destOrd="0" presId="urn:microsoft.com/office/officeart/2018/2/layout/IconCircleList"/>
    <dgm:cxn modelId="{3DF8B607-0290-3E4C-9AB1-685E5EEFE60A}" type="presParOf" srcId="{237ADFD8-DF1A-4A18-8F0E-7C953D646ED2}" destId="{9CB03D86-066C-44F4-A655-D2F06F4CC2EE}" srcOrd="2" destOrd="0" presId="urn:microsoft.com/office/officeart/2018/2/layout/IconCircleList"/>
    <dgm:cxn modelId="{2FB86CEE-BD1F-AA4C-BE2C-99340C0621CA}" type="presParOf" srcId="{237ADFD8-DF1A-4A18-8F0E-7C953D646ED2}" destId="{A7DFD6A4-3C17-4812-A83F-87C74D785974}" srcOrd="3" destOrd="0" presId="urn:microsoft.com/office/officeart/2018/2/layout/IconCircleList"/>
    <dgm:cxn modelId="{12D8E573-CEA7-F84B-B7FC-13CA20F61B38}" type="presParOf" srcId="{01FF198E-3902-4121-88F7-F496E6F17BA2}" destId="{0DA449C5-610E-46F9-BE40-6386CBB2D506}" srcOrd="1" destOrd="0" presId="urn:microsoft.com/office/officeart/2018/2/layout/IconCircleList"/>
    <dgm:cxn modelId="{B1D1291E-C49B-654B-A2A7-D57B08898F8F}" type="presParOf" srcId="{01FF198E-3902-4121-88F7-F496E6F17BA2}" destId="{6F9F0F23-AF55-43AC-9785-1635020E8694}" srcOrd="2" destOrd="0" presId="urn:microsoft.com/office/officeart/2018/2/layout/IconCircleList"/>
    <dgm:cxn modelId="{77B2394B-96D9-2140-ABAB-75F04A4ACB69}" type="presParOf" srcId="{6F9F0F23-AF55-43AC-9785-1635020E8694}" destId="{E6350F8F-56EE-4298-B30D-928D3EFF645D}" srcOrd="0" destOrd="0" presId="urn:microsoft.com/office/officeart/2018/2/layout/IconCircleList"/>
    <dgm:cxn modelId="{F5175C9D-DC6E-EF42-A0CC-027497944C8E}" type="presParOf" srcId="{6F9F0F23-AF55-43AC-9785-1635020E8694}" destId="{7C7CDB55-40E8-4260-8F55-2686F008FA26}" srcOrd="1" destOrd="0" presId="urn:microsoft.com/office/officeart/2018/2/layout/IconCircleList"/>
    <dgm:cxn modelId="{DDF4C7B6-E991-8646-A625-65A669F35540}" type="presParOf" srcId="{6F9F0F23-AF55-43AC-9785-1635020E8694}" destId="{755085EE-CD00-4E0A-8AF7-BA826415A5E5}" srcOrd="2" destOrd="0" presId="urn:microsoft.com/office/officeart/2018/2/layout/IconCircleList"/>
    <dgm:cxn modelId="{CDBCDCC1-4741-1F4C-B2B2-5B685BDB041C}" type="presParOf" srcId="{6F9F0F23-AF55-43AC-9785-1635020E8694}" destId="{F2E17216-8A38-40E8-8DB4-6B25E4F342D0}" srcOrd="3" destOrd="0" presId="urn:microsoft.com/office/officeart/2018/2/layout/IconCircleList"/>
    <dgm:cxn modelId="{C42C0E02-9455-5045-8827-77B87DF27C8C}" type="presParOf" srcId="{01FF198E-3902-4121-88F7-F496E6F17BA2}" destId="{BADECAF0-EFD8-4FC0-98F6-320ED11DE2F1}" srcOrd="3" destOrd="0" presId="urn:microsoft.com/office/officeart/2018/2/layout/IconCircleList"/>
    <dgm:cxn modelId="{295622DC-7DBC-0A4D-9722-EB851EA2F6DF}" type="presParOf" srcId="{01FF198E-3902-4121-88F7-F496E6F17BA2}" destId="{161EAAF7-DE71-4FF3-85FC-E2C50CEA9AB1}" srcOrd="4" destOrd="0" presId="urn:microsoft.com/office/officeart/2018/2/layout/IconCircleList"/>
    <dgm:cxn modelId="{3E723D47-1DCD-9A46-B96C-4C37A28FC98F}" type="presParOf" srcId="{161EAAF7-DE71-4FF3-85FC-E2C50CEA9AB1}" destId="{C020D114-6429-4D9E-9F53-259FECCF9B9F}" srcOrd="0" destOrd="0" presId="urn:microsoft.com/office/officeart/2018/2/layout/IconCircleList"/>
    <dgm:cxn modelId="{5DEEEB33-6E4B-1449-BDBD-16712E0D99BE}" type="presParOf" srcId="{161EAAF7-DE71-4FF3-85FC-E2C50CEA9AB1}" destId="{D8C81537-962E-43EC-AE07-ACEED4F13635}" srcOrd="1" destOrd="0" presId="urn:microsoft.com/office/officeart/2018/2/layout/IconCircleList"/>
    <dgm:cxn modelId="{AC245E76-4C7D-224D-9E2C-AD0BEA416D3C}" type="presParOf" srcId="{161EAAF7-DE71-4FF3-85FC-E2C50CEA9AB1}" destId="{71640D07-A9A3-4F9E-8420-CEB2DECA8E08}" srcOrd="2" destOrd="0" presId="urn:microsoft.com/office/officeart/2018/2/layout/IconCircleList"/>
    <dgm:cxn modelId="{C34DE67C-7F1D-8C40-A5DC-BEABD47E5DE1}" type="presParOf" srcId="{161EAAF7-DE71-4FF3-85FC-E2C50CEA9AB1}" destId="{F4A90886-8D99-434B-9942-6F15182FAA8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746101C-BBB5-4B5E-901C-28D35F839575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E2A8535-DEDD-4DF8-97D7-F3B0FEEDA98E}">
      <dgm:prSet/>
      <dgm:spPr/>
      <dgm:t>
        <a:bodyPr/>
        <a:lstStyle/>
        <a:p>
          <a:r>
            <a:rPr lang="en-US"/>
            <a:t>Planned political defamation</a:t>
          </a:r>
        </a:p>
      </dgm:t>
    </dgm:pt>
    <dgm:pt modelId="{A24A23A7-1F09-41E7-ACE2-D9E1F4D0F6E0}" type="parTrans" cxnId="{025C9D35-7018-44A6-95F9-896B196FD68B}">
      <dgm:prSet/>
      <dgm:spPr/>
      <dgm:t>
        <a:bodyPr/>
        <a:lstStyle/>
        <a:p>
          <a:endParaRPr lang="en-US"/>
        </a:p>
      </dgm:t>
    </dgm:pt>
    <dgm:pt modelId="{0F1C5329-98CA-48F8-83B4-B3C8DC0DF61D}" type="sibTrans" cxnId="{025C9D35-7018-44A6-95F9-896B196FD68B}">
      <dgm:prSet/>
      <dgm:spPr/>
      <dgm:t>
        <a:bodyPr/>
        <a:lstStyle/>
        <a:p>
          <a:endParaRPr lang="en-US"/>
        </a:p>
      </dgm:t>
    </dgm:pt>
    <dgm:pt modelId="{4592C3C9-CF12-472B-92C7-1B4253BC2494}">
      <dgm:prSet/>
      <dgm:spPr/>
      <dgm:t>
        <a:bodyPr/>
        <a:lstStyle/>
        <a:p>
          <a:r>
            <a:rPr lang="en-US"/>
            <a:t>Meme creation</a:t>
          </a:r>
        </a:p>
      </dgm:t>
    </dgm:pt>
    <dgm:pt modelId="{DB89BDE1-2CA1-415F-8B6F-BCB9C54BAF0F}" type="parTrans" cxnId="{D103749F-87FF-4C6C-8F92-849DB9EF2102}">
      <dgm:prSet/>
      <dgm:spPr/>
      <dgm:t>
        <a:bodyPr/>
        <a:lstStyle/>
        <a:p>
          <a:endParaRPr lang="en-US"/>
        </a:p>
      </dgm:t>
    </dgm:pt>
    <dgm:pt modelId="{6A15DEE9-DA64-4662-A7EB-9579396737A8}" type="sibTrans" cxnId="{D103749F-87FF-4C6C-8F92-849DB9EF2102}">
      <dgm:prSet/>
      <dgm:spPr/>
      <dgm:t>
        <a:bodyPr/>
        <a:lstStyle/>
        <a:p>
          <a:endParaRPr lang="en-US"/>
        </a:p>
      </dgm:t>
    </dgm:pt>
    <dgm:pt modelId="{E7CD2EDC-2DEA-43D6-882E-E07881E73262}">
      <dgm:prSet/>
      <dgm:spPr/>
      <dgm:t>
        <a:bodyPr/>
        <a:lstStyle/>
        <a:p>
          <a:r>
            <a:rPr lang="en-US"/>
            <a:t>Concealment via encryption</a:t>
          </a:r>
        </a:p>
      </dgm:t>
    </dgm:pt>
    <dgm:pt modelId="{AB744227-5BC2-4C6E-90E1-577E30152D45}" type="parTrans" cxnId="{F339E35F-331E-4FB1-83C1-29819B88F3F2}">
      <dgm:prSet/>
      <dgm:spPr/>
      <dgm:t>
        <a:bodyPr/>
        <a:lstStyle/>
        <a:p>
          <a:endParaRPr lang="en-US"/>
        </a:p>
      </dgm:t>
    </dgm:pt>
    <dgm:pt modelId="{4F24B01C-A615-4C5C-8AEA-AE7474D94E58}" type="sibTrans" cxnId="{F339E35F-331E-4FB1-83C1-29819B88F3F2}">
      <dgm:prSet/>
      <dgm:spPr/>
      <dgm:t>
        <a:bodyPr/>
        <a:lstStyle/>
        <a:p>
          <a:endParaRPr lang="en-US"/>
        </a:p>
      </dgm:t>
    </dgm:pt>
    <dgm:pt modelId="{18F42240-DF72-4527-B072-EB70608FD47C}">
      <dgm:prSet/>
      <dgm:spPr/>
      <dgm:t>
        <a:bodyPr/>
        <a:lstStyle/>
        <a:p>
          <a:r>
            <a:rPr lang="en-US"/>
            <a:t>Deletion attempts</a:t>
          </a:r>
        </a:p>
      </dgm:t>
    </dgm:pt>
    <dgm:pt modelId="{D6968F88-9209-4051-B816-F852958C09BD}" type="parTrans" cxnId="{F8A36200-F66D-4C2C-B8AC-6E5D37C012EC}">
      <dgm:prSet/>
      <dgm:spPr/>
      <dgm:t>
        <a:bodyPr/>
        <a:lstStyle/>
        <a:p>
          <a:endParaRPr lang="en-US"/>
        </a:p>
      </dgm:t>
    </dgm:pt>
    <dgm:pt modelId="{A8CDE178-D1E9-405E-9BF0-CD2DEDFEB409}" type="sibTrans" cxnId="{F8A36200-F66D-4C2C-B8AC-6E5D37C012EC}">
      <dgm:prSet/>
      <dgm:spPr/>
      <dgm:t>
        <a:bodyPr/>
        <a:lstStyle/>
        <a:p>
          <a:endParaRPr lang="en-US"/>
        </a:p>
      </dgm:t>
    </dgm:pt>
    <dgm:pt modelId="{C104B620-0E2C-E843-95D4-C3D70BDB823B}" type="pres">
      <dgm:prSet presAssocID="{D746101C-BBB5-4B5E-901C-28D35F839575}" presName="diagram" presStyleCnt="0">
        <dgm:presLayoutVars>
          <dgm:dir/>
          <dgm:resizeHandles val="exact"/>
        </dgm:presLayoutVars>
      </dgm:prSet>
      <dgm:spPr/>
    </dgm:pt>
    <dgm:pt modelId="{EF08FEEF-C02A-9044-9CDE-2EF8AA77BC20}" type="pres">
      <dgm:prSet presAssocID="{9E2A8535-DEDD-4DF8-97D7-F3B0FEEDA98E}" presName="node" presStyleLbl="node1" presStyleIdx="0" presStyleCnt="4">
        <dgm:presLayoutVars>
          <dgm:bulletEnabled val="1"/>
        </dgm:presLayoutVars>
      </dgm:prSet>
      <dgm:spPr/>
    </dgm:pt>
    <dgm:pt modelId="{DBCDDB44-596F-A64A-9B73-99EA393198EB}" type="pres">
      <dgm:prSet presAssocID="{0F1C5329-98CA-48F8-83B4-B3C8DC0DF61D}" presName="sibTrans" presStyleCnt="0"/>
      <dgm:spPr/>
    </dgm:pt>
    <dgm:pt modelId="{79ABB91E-3423-AE44-B0E8-06A8491E365D}" type="pres">
      <dgm:prSet presAssocID="{4592C3C9-CF12-472B-92C7-1B4253BC2494}" presName="node" presStyleLbl="node1" presStyleIdx="1" presStyleCnt="4">
        <dgm:presLayoutVars>
          <dgm:bulletEnabled val="1"/>
        </dgm:presLayoutVars>
      </dgm:prSet>
      <dgm:spPr/>
    </dgm:pt>
    <dgm:pt modelId="{7A03E716-0C04-2E49-BA21-4E78F541CB26}" type="pres">
      <dgm:prSet presAssocID="{6A15DEE9-DA64-4662-A7EB-9579396737A8}" presName="sibTrans" presStyleCnt="0"/>
      <dgm:spPr/>
    </dgm:pt>
    <dgm:pt modelId="{70526979-3108-DC42-BEB3-BC2B2A7322E1}" type="pres">
      <dgm:prSet presAssocID="{E7CD2EDC-2DEA-43D6-882E-E07881E73262}" presName="node" presStyleLbl="node1" presStyleIdx="2" presStyleCnt="4">
        <dgm:presLayoutVars>
          <dgm:bulletEnabled val="1"/>
        </dgm:presLayoutVars>
      </dgm:prSet>
      <dgm:spPr/>
    </dgm:pt>
    <dgm:pt modelId="{A1D52F16-F280-C54E-BB90-BEC84A3EC76F}" type="pres">
      <dgm:prSet presAssocID="{4F24B01C-A615-4C5C-8AEA-AE7474D94E58}" presName="sibTrans" presStyleCnt="0"/>
      <dgm:spPr/>
    </dgm:pt>
    <dgm:pt modelId="{D550AC04-5978-964F-A8D4-E18829AC1056}" type="pres">
      <dgm:prSet presAssocID="{18F42240-DF72-4527-B072-EB70608FD47C}" presName="node" presStyleLbl="node1" presStyleIdx="3" presStyleCnt="4">
        <dgm:presLayoutVars>
          <dgm:bulletEnabled val="1"/>
        </dgm:presLayoutVars>
      </dgm:prSet>
      <dgm:spPr/>
    </dgm:pt>
  </dgm:ptLst>
  <dgm:cxnLst>
    <dgm:cxn modelId="{F8A36200-F66D-4C2C-B8AC-6E5D37C012EC}" srcId="{D746101C-BBB5-4B5E-901C-28D35F839575}" destId="{18F42240-DF72-4527-B072-EB70608FD47C}" srcOrd="3" destOrd="0" parTransId="{D6968F88-9209-4051-B816-F852958C09BD}" sibTransId="{A8CDE178-D1E9-405E-9BF0-CD2DEDFEB409}"/>
    <dgm:cxn modelId="{13427433-266E-BF44-840F-49B9E64FED2E}" type="presOf" srcId="{18F42240-DF72-4527-B072-EB70608FD47C}" destId="{D550AC04-5978-964F-A8D4-E18829AC1056}" srcOrd="0" destOrd="0" presId="urn:microsoft.com/office/officeart/2005/8/layout/default"/>
    <dgm:cxn modelId="{025C9D35-7018-44A6-95F9-896B196FD68B}" srcId="{D746101C-BBB5-4B5E-901C-28D35F839575}" destId="{9E2A8535-DEDD-4DF8-97D7-F3B0FEEDA98E}" srcOrd="0" destOrd="0" parTransId="{A24A23A7-1F09-41E7-ACE2-D9E1F4D0F6E0}" sibTransId="{0F1C5329-98CA-48F8-83B4-B3C8DC0DF61D}"/>
    <dgm:cxn modelId="{8FEB3E54-F803-7D4A-9951-D228D1978A78}" type="presOf" srcId="{9E2A8535-DEDD-4DF8-97D7-F3B0FEEDA98E}" destId="{EF08FEEF-C02A-9044-9CDE-2EF8AA77BC20}" srcOrd="0" destOrd="0" presId="urn:microsoft.com/office/officeart/2005/8/layout/default"/>
    <dgm:cxn modelId="{F339E35F-331E-4FB1-83C1-29819B88F3F2}" srcId="{D746101C-BBB5-4B5E-901C-28D35F839575}" destId="{E7CD2EDC-2DEA-43D6-882E-E07881E73262}" srcOrd="2" destOrd="0" parTransId="{AB744227-5BC2-4C6E-90E1-577E30152D45}" sibTransId="{4F24B01C-A615-4C5C-8AEA-AE7474D94E58}"/>
    <dgm:cxn modelId="{4C858C6F-82A0-E448-BF7C-B3748D92A401}" type="presOf" srcId="{D746101C-BBB5-4B5E-901C-28D35F839575}" destId="{C104B620-0E2C-E843-95D4-C3D70BDB823B}" srcOrd="0" destOrd="0" presId="urn:microsoft.com/office/officeart/2005/8/layout/default"/>
    <dgm:cxn modelId="{7C5FA672-39E2-3A40-BF2A-2308C88C497B}" type="presOf" srcId="{E7CD2EDC-2DEA-43D6-882E-E07881E73262}" destId="{70526979-3108-DC42-BEB3-BC2B2A7322E1}" srcOrd="0" destOrd="0" presId="urn:microsoft.com/office/officeart/2005/8/layout/default"/>
    <dgm:cxn modelId="{D103749F-87FF-4C6C-8F92-849DB9EF2102}" srcId="{D746101C-BBB5-4B5E-901C-28D35F839575}" destId="{4592C3C9-CF12-472B-92C7-1B4253BC2494}" srcOrd="1" destOrd="0" parTransId="{DB89BDE1-2CA1-415F-8B6F-BCB9C54BAF0F}" sibTransId="{6A15DEE9-DA64-4662-A7EB-9579396737A8}"/>
    <dgm:cxn modelId="{E5FF0AFF-936C-0F4C-AF76-A0D66CB14781}" type="presOf" srcId="{4592C3C9-CF12-472B-92C7-1B4253BC2494}" destId="{79ABB91E-3423-AE44-B0E8-06A8491E365D}" srcOrd="0" destOrd="0" presId="urn:microsoft.com/office/officeart/2005/8/layout/default"/>
    <dgm:cxn modelId="{07964832-70B6-A44B-B81A-35244D4296F6}" type="presParOf" srcId="{C104B620-0E2C-E843-95D4-C3D70BDB823B}" destId="{EF08FEEF-C02A-9044-9CDE-2EF8AA77BC20}" srcOrd="0" destOrd="0" presId="urn:microsoft.com/office/officeart/2005/8/layout/default"/>
    <dgm:cxn modelId="{3F88C727-9FEC-414C-89F2-3B63AFF19156}" type="presParOf" srcId="{C104B620-0E2C-E843-95D4-C3D70BDB823B}" destId="{DBCDDB44-596F-A64A-9B73-99EA393198EB}" srcOrd="1" destOrd="0" presId="urn:microsoft.com/office/officeart/2005/8/layout/default"/>
    <dgm:cxn modelId="{E7294690-FEBC-0D4A-827E-EA5D6A59E5E2}" type="presParOf" srcId="{C104B620-0E2C-E843-95D4-C3D70BDB823B}" destId="{79ABB91E-3423-AE44-B0E8-06A8491E365D}" srcOrd="2" destOrd="0" presId="urn:microsoft.com/office/officeart/2005/8/layout/default"/>
    <dgm:cxn modelId="{2136CED7-0A32-0041-BD10-71F101EA6BE1}" type="presParOf" srcId="{C104B620-0E2C-E843-95D4-C3D70BDB823B}" destId="{7A03E716-0C04-2E49-BA21-4E78F541CB26}" srcOrd="3" destOrd="0" presId="urn:microsoft.com/office/officeart/2005/8/layout/default"/>
    <dgm:cxn modelId="{8099188F-9AD8-1045-9C75-8BA2C7422A96}" type="presParOf" srcId="{C104B620-0E2C-E843-95D4-C3D70BDB823B}" destId="{70526979-3108-DC42-BEB3-BC2B2A7322E1}" srcOrd="4" destOrd="0" presId="urn:microsoft.com/office/officeart/2005/8/layout/default"/>
    <dgm:cxn modelId="{9A8A9362-DC8D-B14D-9B50-43C67B655545}" type="presParOf" srcId="{C104B620-0E2C-E843-95D4-C3D70BDB823B}" destId="{A1D52F16-F280-C54E-BB90-BEC84A3EC76F}" srcOrd="5" destOrd="0" presId="urn:microsoft.com/office/officeart/2005/8/layout/default"/>
    <dgm:cxn modelId="{FD64F2F3-A89C-A64C-848C-C4219024DB8E}" type="presParOf" srcId="{C104B620-0E2C-E843-95D4-C3D70BDB823B}" destId="{D550AC04-5978-964F-A8D4-E18829AC105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633B9B-1452-4C11-A246-28F7F54D77B1}">
      <dsp:nvSpPr>
        <dsp:cNvPr id="0" name=""/>
        <dsp:cNvSpPr/>
      </dsp:nvSpPr>
      <dsp:spPr>
        <a:xfrm>
          <a:off x="341781" y="929242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09F7CE-6BC2-4D2D-8EED-256F3DE223C4}">
      <dsp:nvSpPr>
        <dsp:cNvPr id="0" name=""/>
        <dsp:cNvSpPr/>
      </dsp:nvSpPr>
      <dsp:spPr>
        <a:xfrm>
          <a:off x="568240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F721FB-CEAF-4ACA-BFDC-3B3467639B65}">
      <dsp:nvSpPr>
        <dsp:cNvPr id="0" name=""/>
        <dsp:cNvSpPr/>
      </dsp:nvSpPr>
      <dsp:spPr>
        <a:xfrm>
          <a:off x="2092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Presenter: Alish Mahat</a:t>
          </a:r>
        </a:p>
      </dsp:txBody>
      <dsp:txXfrm>
        <a:off x="2092" y="2322836"/>
        <a:ext cx="1741992" cy="696796"/>
      </dsp:txXfrm>
    </dsp:sp>
    <dsp:sp modelId="{6CAA921C-A790-436B-9059-B4DB3EB7866E}">
      <dsp:nvSpPr>
        <dsp:cNvPr id="0" name=""/>
        <dsp:cNvSpPr/>
      </dsp:nvSpPr>
      <dsp:spPr>
        <a:xfrm>
          <a:off x="2388621" y="929242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0227D-07A9-4241-AEAB-E69BCF519572}">
      <dsp:nvSpPr>
        <dsp:cNvPr id="0" name=""/>
        <dsp:cNvSpPr/>
      </dsp:nvSpPr>
      <dsp:spPr>
        <a:xfrm>
          <a:off x="2615080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8587A6-8AEF-459D-9148-A2050689C802}">
      <dsp:nvSpPr>
        <dsp:cNvPr id="0" name=""/>
        <dsp:cNvSpPr/>
      </dsp:nvSpPr>
      <dsp:spPr>
        <a:xfrm>
          <a:off x="2048933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Student ID: 23000965</a:t>
          </a:r>
        </a:p>
      </dsp:txBody>
      <dsp:txXfrm>
        <a:off x="2048933" y="2322836"/>
        <a:ext cx="1741992" cy="696796"/>
      </dsp:txXfrm>
    </dsp:sp>
    <dsp:sp modelId="{65553004-5330-49C5-A193-CB601C958B5D}">
      <dsp:nvSpPr>
        <dsp:cNvPr id="0" name=""/>
        <dsp:cNvSpPr/>
      </dsp:nvSpPr>
      <dsp:spPr>
        <a:xfrm>
          <a:off x="4435462" y="929242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29557-7BF1-462F-9908-E6C9E5E36581}">
      <dsp:nvSpPr>
        <dsp:cNvPr id="0" name=""/>
        <dsp:cNvSpPr/>
      </dsp:nvSpPr>
      <dsp:spPr>
        <a:xfrm>
          <a:off x="4661921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4582C-7D3E-4792-A32F-349D107363C9}">
      <dsp:nvSpPr>
        <dsp:cNvPr id="0" name=""/>
        <dsp:cNvSpPr/>
      </dsp:nvSpPr>
      <dsp:spPr>
        <a:xfrm>
          <a:off x="4095774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Module: Forensic Computing Practice</a:t>
          </a:r>
        </a:p>
      </dsp:txBody>
      <dsp:txXfrm>
        <a:off x="4095774" y="2322836"/>
        <a:ext cx="1741992" cy="696796"/>
      </dsp:txXfrm>
    </dsp:sp>
    <dsp:sp modelId="{DD128739-5D5C-4C6D-BEF2-5FFD0821E8C0}">
      <dsp:nvSpPr>
        <dsp:cNvPr id="0" name=""/>
        <dsp:cNvSpPr/>
      </dsp:nvSpPr>
      <dsp:spPr>
        <a:xfrm>
          <a:off x="6482303" y="929242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B1342-C714-4055-9C68-53BB850CC958}">
      <dsp:nvSpPr>
        <dsp:cNvPr id="0" name=""/>
        <dsp:cNvSpPr/>
      </dsp:nvSpPr>
      <dsp:spPr>
        <a:xfrm>
          <a:off x="6708762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FBA238-A9F8-4B81-9BF0-AED791B3B116}">
      <dsp:nvSpPr>
        <dsp:cNvPr id="0" name=""/>
        <dsp:cNvSpPr/>
      </dsp:nvSpPr>
      <dsp:spPr>
        <a:xfrm>
          <a:off x="6142615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Role: Digital Forensic Examiner</a:t>
          </a:r>
        </a:p>
      </dsp:txBody>
      <dsp:txXfrm>
        <a:off x="6142615" y="2322836"/>
        <a:ext cx="1741992" cy="6967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15EBAA-E7FB-1845-9A73-633F02BF739B}">
      <dsp:nvSpPr>
        <dsp:cNvPr id="0" name=""/>
        <dsp:cNvSpPr/>
      </dsp:nvSpPr>
      <dsp:spPr>
        <a:xfrm>
          <a:off x="0" y="151023"/>
          <a:ext cx="4941945" cy="494194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B34D30-7315-AB4C-8E79-020DB95236CF}">
      <dsp:nvSpPr>
        <dsp:cNvPr id="0" name=""/>
        <dsp:cNvSpPr/>
      </dsp:nvSpPr>
      <dsp:spPr>
        <a:xfrm>
          <a:off x="469484" y="620508"/>
          <a:ext cx="1927358" cy="192735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Allegation of politically defamatory meme creation</a:t>
          </a:r>
        </a:p>
      </dsp:txBody>
      <dsp:txXfrm>
        <a:off x="563570" y="714594"/>
        <a:ext cx="1739186" cy="1739186"/>
      </dsp:txXfrm>
    </dsp:sp>
    <dsp:sp modelId="{78627AE4-F575-CC45-ACB4-6ED251260F8E}">
      <dsp:nvSpPr>
        <dsp:cNvPr id="0" name=""/>
        <dsp:cNvSpPr/>
      </dsp:nvSpPr>
      <dsp:spPr>
        <a:xfrm>
          <a:off x="2545101" y="620508"/>
          <a:ext cx="1927358" cy="192735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Target: Manoj Oli</a:t>
          </a:r>
        </a:p>
      </dsp:txBody>
      <dsp:txXfrm>
        <a:off x="2639187" y="714594"/>
        <a:ext cx="1739186" cy="1739186"/>
      </dsp:txXfrm>
    </dsp:sp>
    <dsp:sp modelId="{D9224B39-5D5E-B049-A4BD-FE62E2ED7A58}">
      <dsp:nvSpPr>
        <dsp:cNvPr id="0" name=""/>
        <dsp:cNvSpPr/>
      </dsp:nvSpPr>
      <dsp:spPr>
        <a:xfrm>
          <a:off x="469484" y="2696125"/>
          <a:ext cx="1927358" cy="192735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Suspect: Rahul</a:t>
          </a:r>
        </a:p>
      </dsp:txBody>
      <dsp:txXfrm>
        <a:off x="563570" y="2790211"/>
        <a:ext cx="1739186" cy="1739186"/>
      </dsp:txXfrm>
    </dsp:sp>
    <dsp:sp modelId="{176ACB1E-D658-B443-831A-6B50FBF47A8B}">
      <dsp:nvSpPr>
        <dsp:cNvPr id="0" name=""/>
        <dsp:cNvSpPr/>
      </dsp:nvSpPr>
      <dsp:spPr>
        <a:xfrm>
          <a:off x="2545101" y="2696125"/>
          <a:ext cx="1927358" cy="192735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Device: Windows XP system</a:t>
          </a:r>
        </a:p>
      </dsp:txBody>
      <dsp:txXfrm>
        <a:off x="2639187" y="2790211"/>
        <a:ext cx="1739186" cy="17391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50BA2-95F0-F442-AB2C-D9B98D1D1C99}">
      <dsp:nvSpPr>
        <dsp:cNvPr id="0" name=""/>
        <dsp:cNvSpPr/>
      </dsp:nvSpPr>
      <dsp:spPr>
        <a:xfrm>
          <a:off x="0" y="14759"/>
          <a:ext cx="3614166" cy="8342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Verified E01 forensic image</a:t>
          </a:r>
        </a:p>
      </dsp:txBody>
      <dsp:txXfrm>
        <a:off x="40724" y="55483"/>
        <a:ext cx="3532718" cy="752780"/>
      </dsp:txXfrm>
    </dsp:sp>
    <dsp:sp modelId="{E486CEBC-A4EA-FB4D-81D7-C6B1E585B8CE}">
      <dsp:nvSpPr>
        <dsp:cNvPr id="0" name=""/>
        <dsp:cNvSpPr/>
      </dsp:nvSpPr>
      <dsp:spPr>
        <a:xfrm>
          <a:off x="0" y="909467"/>
          <a:ext cx="3614166" cy="8342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File system &amp; user activity analysis</a:t>
          </a:r>
        </a:p>
      </dsp:txBody>
      <dsp:txXfrm>
        <a:off x="40724" y="950191"/>
        <a:ext cx="3532718" cy="752780"/>
      </dsp:txXfrm>
    </dsp:sp>
    <dsp:sp modelId="{DD6AF8BF-2A26-A94A-972E-C5F509EC0F4F}">
      <dsp:nvSpPr>
        <dsp:cNvPr id="0" name=""/>
        <dsp:cNvSpPr/>
      </dsp:nvSpPr>
      <dsp:spPr>
        <a:xfrm>
          <a:off x="0" y="1804176"/>
          <a:ext cx="3614166" cy="8342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Deleted data and concealment techniques</a:t>
          </a:r>
        </a:p>
      </dsp:txBody>
      <dsp:txXfrm>
        <a:off x="40724" y="1844900"/>
        <a:ext cx="3532718" cy="752780"/>
      </dsp:txXfrm>
    </dsp:sp>
    <dsp:sp modelId="{D2F824E0-8F00-AA45-9547-0A90D129D8ED}">
      <dsp:nvSpPr>
        <dsp:cNvPr id="0" name=""/>
        <dsp:cNvSpPr/>
      </dsp:nvSpPr>
      <dsp:spPr>
        <a:xfrm>
          <a:off x="0" y="2698884"/>
          <a:ext cx="3614166" cy="8342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 live system interaction</a:t>
          </a:r>
        </a:p>
      </dsp:txBody>
      <dsp:txXfrm>
        <a:off x="40724" y="2739608"/>
        <a:ext cx="3532718" cy="7527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C24AE1-99F3-43EE-9858-836BE38690B8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98822-D90E-4FA4-8F6B-BFEA9E698707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Autopsy – Primary forensic analysis</a:t>
          </a:r>
        </a:p>
      </dsp:txBody>
      <dsp:txXfrm>
        <a:off x="25435" y="2276522"/>
        <a:ext cx="1800000" cy="720000"/>
      </dsp:txXfrm>
    </dsp:sp>
    <dsp:sp modelId="{1CF38A7B-73A3-4E71-A58B-AB997A8BFB73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2025A-57CC-4F96-9701-AE32B9CB1224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FTK Imager – Integrity verification</a:t>
          </a:r>
        </a:p>
      </dsp:txBody>
      <dsp:txXfrm>
        <a:off x="2140435" y="2276522"/>
        <a:ext cx="1800000" cy="720000"/>
      </dsp:txXfrm>
    </dsp:sp>
    <dsp:sp modelId="{81FA975F-CF0F-4755-AB64-D05D5D779E80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46FD1-4BDD-4C95-AB6B-2D3919061177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VeraCrypt – Encrypted container analysis</a:t>
          </a:r>
        </a:p>
      </dsp:txBody>
      <dsp:txXfrm>
        <a:off x="4255435" y="2276522"/>
        <a:ext cx="1800000" cy="720000"/>
      </dsp:txXfrm>
    </dsp:sp>
    <dsp:sp modelId="{EAC8A070-E4C6-489F-ADE7-98E4A029F2F0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4749C-FDB6-4192-BCBF-E4A5F163250A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Repeatable forensic methodology</a:t>
          </a:r>
        </a:p>
      </dsp:txBody>
      <dsp:txXfrm>
        <a:off x="6370435" y="227652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023D99-D48F-4BC5-9D5E-5B17F52E7326}">
      <dsp:nvSpPr>
        <dsp:cNvPr id="0" name=""/>
        <dsp:cNvSpPr/>
      </dsp:nvSpPr>
      <dsp:spPr>
        <a:xfrm>
          <a:off x="13749" y="1907472"/>
          <a:ext cx="711018" cy="7110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7FD910-1BD5-406B-B0AE-7CA61883DA33}">
      <dsp:nvSpPr>
        <dsp:cNvPr id="0" name=""/>
        <dsp:cNvSpPr/>
      </dsp:nvSpPr>
      <dsp:spPr>
        <a:xfrm>
          <a:off x="163063" y="2056786"/>
          <a:ext cx="412390" cy="4123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FD6A4-3C17-4812-A83F-87C74D785974}">
      <dsp:nvSpPr>
        <dsp:cNvPr id="0" name=""/>
        <dsp:cNvSpPr/>
      </dsp:nvSpPr>
      <dsp:spPr>
        <a:xfrm>
          <a:off x="877128" y="1907472"/>
          <a:ext cx="1675971" cy="711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Encrypted container (fonts.dat)</a:t>
          </a:r>
        </a:p>
      </dsp:txBody>
      <dsp:txXfrm>
        <a:off x="877128" y="1907472"/>
        <a:ext cx="1675971" cy="711018"/>
      </dsp:txXfrm>
    </dsp:sp>
    <dsp:sp modelId="{E6350F8F-56EE-4298-B30D-928D3EFF645D}">
      <dsp:nvSpPr>
        <dsp:cNvPr id="0" name=""/>
        <dsp:cNvSpPr/>
      </dsp:nvSpPr>
      <dsp:spPr>
        <a:xfrm>
          <a:off x="2845124" y="1907472"/>
          <a:ext cx="711018" cy="7110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CDB55-40E8-4260-8F55-2686F008FA26}">
      <dsp:nvSpPr>
        <dsp:cNvPr id="0" name=""/>
        <dsp:cNvSpPr/>
      </dsp:nvSpPr>
      <dsp:spPr>
        <a:xfrm>
          <a:off x="2994438" y="2056786"/>
          <a:ext cx="412390" cy="4123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E17216-8A38-40E8-8DB4-6B25E4F342D0}">
      <dsp:nvSpPr>
        <dsp:cNvPr id="0" name=""/>
        <dsp:cNvSpPr/>
      </dsp:nvSpPr>
      <dsp:spPr>
        <a:xfrm>
          <a:off x="3708504" y="1907472"/>
          <a:ext cx="1675971" cy="711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Password-protected archive (meme.zip)</a:t>
          </a:r>
        </a:p>
      </dsp:txBody>
      <dsp:txXfrm>
        <a:off x="3708504" y="1907472"/>
        <a:ext cx="1675971" cy="711018"/>
      </dsp:txXfrm>
    </dsp:sp>
    <dsp:sp modelId="{C020D114-6429-4D9E-9F53-259FECCF9B9F}">
      <dsp:nvSpPr>
        <dsp:cNvPr id="0" name=""/>
        <dsp:cNvSpPr/>
      </dsp:nvSpPr>
      <dsp:spPr>
        <a:xfrm>
          <a:off x="5676500" y="1907472"/>
          <a:ext cx="711018" cy="7110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C81537-962E-43EC-AE07-ACEED4F13635}">
      <dsp:nvSpPr>
        <dsp:cNvPr id="0" name=""/>
        <dsp:cNvSpPr/>
      </dsp:nvSpPr>
      <dsp:spPr>
        <a:xfrm>
          <a:off x="5825814" y="2056786"/>
          <a:ext cx="412390" cy="4123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90886-8D99-434B-9942-6F15182FAA82}">
      <dsp:nvSpPr>
        <dsp:cNvPr id="0" name=""/>
        <dsp:cNvSpPr/>
      </dsp:nvSpPr>
      <dsp:spPr>
        <a:xfrm>
          <a:off x="6539879" y="1907472"/>
          <a:ext cx="1675971" cy="711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Scripts and ADS usage</a:t>
          </a:r>
        </a:p>
      </dsp:txBody>
      <dsp:txXfrm>
        <a:off x="6539879" y="1907472"/>
        <a:ext cx="1675971" cy="7110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8FEEF-C02A-9044-9CDE-2EF8AA77BC20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Planned political defamation</a:t>
          </a:r>
        </a:p>
      </dsp:txBody>
      <dsp:txXfrm>
        <a:off x="429570" y="472"/>
        <a:ext cx="3346456" cy="2007873"/>
      </dsp:txXfrm>
    </dsp:sp>
    <dsp:sp modelId="{79ABB91E-3423-AE44-B0E8-06A8491E365D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1560507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7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Meme creation</a:t>
          </a:r>
        </a:p>
      </dsp:txBody>
      <dsp:txXfrm>
        <a:off x="4110672" y="472"/>
        <a:ext cx="3346456" cy="2007873"/>
      </dsp:txXfrm>
    </dsp:sp>
    <dsp:sp modelId="{70526979-3108-DC42-BEB3-BC2B2A7322E1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Concealment via encryption</a:t>
          </a:r>
        </a:p>
      </dsp:txBody>
      <dsp:txXfrm>
        <a:off x="429570" y="2342991"/>
        <a:ext cx="3346456" cy="2007873"/>
      </dsp:txXfrm>
    </dsp:sp>
    <dsp:sp modelId="{D550AC04-5978-964F-A8D4-E18829AC1056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Deletion attempts</a:t>
          </a:r>
        </a:p>
      </dsp:txBody>
      <dsp:txXfrm>
        <a:off x="4110672" y="2342991"/>
        <a:ext cx="3346456" cy="20078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30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Digital Forensic Examination Findings</a:t>
            </a:r>
          </a:p>
          <a:p>
            <a:pPr>
              <a:lnSpc>
                <a:spcPct val="90000"/>
              </a:lnSpc>
            </a:pPr>
            <a:r>
              <a:rPr lang="en-US" sz="3300"/>
              <a:t>Political Defamation &amp; Harassment – Case 1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805FE8-04D7-7D6A-8016-741E752EE3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7274640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8743" y="709375"/>
            <a:ext cx="8035257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084243" y="1789005"/>
            <a:ext cx="5413238" cy="324475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725" y="675564"/>
            <a:ext cx="2707375" cy="5204085"/>
          </a:xfrm>
        </p:spPr>
        <p:txBody>
          <a:bodyPr>
            <a:normAutofit/>
          </a:bodyPr>
          <a:lstStyle/>
          <a:p>
            <a:r>
              <a:rPr lang="en-US" sz="4100"/>
              <a:t>Case Background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524492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9144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7ACEA4-8585-4CA3-115D-C44407BEC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8095899"/>
              </p:ext>
            </p:extLst>
          </p:nvPr>
        </p:nvGraphicFramePr>
        <p:xfrm>
          <a:off x="3582547" y="819369"/>
          <a:ext cx="4941945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/>
              <a:t>Scope of Examination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1B7F20-8F0C-5947-D005-A43B0ACD8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286" y="2257028"/>
            <a:ext cx="4094226" cy="2343944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3805C1-A423-36E7-7E08-6692C382C2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7771444"/>
              </p:ext>
            </p:extLst>
          </p:nvPr>
        </p:nvGraphicFramePr>
        <p:xfrm>
          <a:off x="473202" y="2660904"/>
          <a:ext cx="3614166" cy="3547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Tools &amp; 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A1F937-B236-8DC2-61C2-404939F76B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90900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86" y="365125"/>
            <a:ext cx="5239511" cy="1776484"/>
          </a:xfrm>
        </p:spPr>
        <p:txBody>
          <a:bodyPr anchor="b">
            <a:normAutofit/>
          </a:bodyPr>
          <a:lstStyle/>
          <a:p>
            <a:r>
              <a:rPr lang="en-US" sz="4700"/>
              <a:t>Evidence Theme 1 – Planning &amp; Intent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DA071E-46D0-0B3E-AD88-C92240AF6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556" y="630938"/>
            <a:ext cx="2649027" cy="1152326"/>
          </a:xfrm>
          <a:prstGeom prst="rect">
            <a:avLst/>
          </a:prstGeom>
        </p:spPr>
      </p:pic>
      <p:sp>
        <p:nvSpPr>
          <p:cNvPr id="32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2315691"/>
            <a:ext cx="3257550" cy="18288"/>
          </a:xfrm>
          <a:custGeom>
            <a:avLst/>
            <a:gdLst>
              <a:gd name="csX0" fmla="*/ 0 w 3257550"/>
              <a:gd name="csY0" fmla="*/ 0 h 18288"/>
              <a:gd name="csX1" fmla="*/ 618935 w 3257550"/>
              <a:gd name="csY1" fmla="*/ 0 h 18288"/>
              <a:gd name="csX2" fmla="*/ 1270445 w 3257550"/>
              <a:gd name="csY2" fmla="*/ 0 h 18288"/>
              <a:gd name="csX3" fmla="*/ 1954530 w 3257550"/>
              <a:gd name="csY3" fmla="*/ 0 h 18288"/>
              <a:gd name="csX4" fmla="*/ 2638616 w 3257550"/>
              <a:gd name="csY4" fmla="*/ 0 h 18288"/>
              <a:gd name="csX5" fmla="*/ 3257550 w 3257550"/>
              <a:gd name="csY5" fmla="*/ 0 h 18288"/>
              <a:gd name="csX6" fmla="*/ 3257550 w 3257550"/>
              <a:gd name="csY6" fmla="*/ 18288 h 18288"/>
              <a:gd name="csX7" fmla="*/ 2540889 w 3257550"/>
              <a:gd name="csY7" fmla="*/ 18288 h 18288"/>
              <a:gd name="csX8" fmla="*/ 1824228 w 3257550"/>
              <a:gd name="csY8" fmla="*/ 18288 h 18288"/>
              <a:gd name="csX9" fmla="*/ 1172718 w 3257550"/>
              <a:gd name="csY9" fmla="*/ 18288 h 18288"/>
              <a:gd name="csX10" fmla="*/ 0 w 3257550"/>
              <a:gd name="csY10" fmla="*/ 18288 h 18288"/>
              <a:gd name="csX11" fmla="*/ 0 w 3257550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7550" h="18288" fill="none" extrusionOk="0">
                <a:moveTo>
                  <a:pt x="0" y="0"/>
                </a:moveTo>
                <a:cubicBezTo>
                  <a:pt x="222571" y="-4581"/>
                  <a:pt x="395946" y="-20429"/>
                  <a:pt x="618935" y="0"/>
                </a:cubicBezTo>
                <a:cubicBezTo>
                  <a:pt x="841925" y="20429"/>
                  <a:pt x="1064831" y="-497"/>
                  <a:pt x="1270445" y="0"/>
                </a:cubicBezTo>
                <a:cubicBezTo>
                  <a:pt x="1476059" y="497"/>
                  <a:pt x="1673547" y="428"/>
                  <a:pt x="1954530" y="0"/>
                </a:cubicBezTo>
                <a:cubicBezTo>
                  <a:pt x="2235513" y="-428"/>
                  <a:pt x="2452407" y="27906"/>
                  <a:pt x="2638616" y="0"/>
                </a:cubicBezTo>
                <a:cubicBezTo>
                  <a:pt x="2824825" y="-27906"/>
                  <a:pt x="3043878" y="-22618"/>
                  <a:pt x="3257550" y="0"/>
                </a:cubicBezTo>
                <a:cubicBezTo>
                  <a:pt x="3256841" y="8157"/>
                  <a:pt x="3257137" y="12125"/>
                  <a:pt x="3257550" y="18288"/>
                </a:cubicBezTo>
                <a:cubicBezTo>
                  <a:pt x="2955505" y="29918"/>
                  <a:pt x="2697243" y="41720"/>
                  <a:pt x="2540889" y="18288"/>
                </a:cubicBezTo>
                <a:cubicBezTo>
                  <a:pt x="2384535" y="-5144"/>
                  <a:pt x="2114539" y="6231"/>
                  <a:pt x="1824228" y="18288"/>
                </a:cubicBezTo>
                <a:cubicBezTo>
                  <a:pt x="1533917" y="30345"/>
                  <a:pt x="1462450" y="24037"/>
                  <a:pt x="1172718" y="18288"/>
                </a:cubicBezTo>
                <a:cubicBezTo>
                  <a:pt x="882986" y="12540"/>
                  <a:pt x="500637" y="24492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7550" h="18288" stroke="0" extrusionOk="0">
                <a:moveTo>
                  <a:pt x="0" y="0"/>
                </a:moveTo>
                <a:cubicBezTo>
                  <a:pt x="278434" y="16845"/>
                  <a:pt x="441207" y="-24568"/>
                  <a:pt x="618935" y="0"/>
                </a:cubicBezTo>
                <a:cubicBezTo>
                  <a:pt x="796663" y="24568"/>
                  <a:pt x="985120" y="5689"/>
                  <a:pt x="1172718" y="0"/>
                </a:cubicBezTo>
                <a:cubicBezTo>
                  <a:pt x="1360316" y="-5689"/>
                  <a:pt x="1666432" y="29765"/>
                  <a:pt x="1889379" y="0"/>
                </a:cubicBezTo>
                <a:cubicBezTo>
                  <a:pt x="2112326" y="-29765"/>
                  <a:pt x="2378171" y="13184"/>
                  <a:pt x="2508314" y="0"/>
                </a:cubicBezTo>
                <a:cubicBezTo>
                  <a:pt x="2638457" y="-13184"/>
                  <a:pt x="2897393" y="-18048"/>
                  <a:pt x="3257550" y="0"/>
                </a:cubicBezTo>
                <a:cubicBezTo>
                  <a:pt x="3257286" y="4493"/>
                  <a:pt x="3257934" y="9472"/>
                  <a:pt x="3257550" y="18288"/>
                </a:cubicBezTo>
                <a:cubicBezTo>
                  <a:pt x="3005417" y="4399"/>
                  <a:pt x="2789824" y="23493"/>
                  <a:pt x="2606040" y="18288"/>
                </a:cubicBezTo>
                <a:cubicBezTo>
                  <a:pt x="2422256" y="13084"/>
                  <a:pt x="2161816" y="17045"/>
                  <a:pt x="1889379" y="18288"/>
                </a:cubicBezTo>
                <a:cubicBezTo>
                  <a:pt x="1616942" y="19531"/>
                  <a:pt x="1456938" y="28545"/>
                  <a:pt x="1335595" y="18288"/>
                </a:cubicBezTo>
                <a:cubicBezTo>
                  <a:pt x="1214252" y="8031"/>
                  <a:pt x="876335" y="26295"/>
                  <a:pt x="684085" y="18288"/>
                </a:cubicBezTo>
                <a:cubicBezTo>
                  <a:pt x="491835" y="10282"/>
                  <a:pt x="213058" y="3432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2504819"/>
            <a:ext cx="5239512" cy="3672144"/>
          </a:xfrm>
        </p:spPr>
        <p:txBody>
          <a:bodyPr>
            <a:normAutofit/>
          </a:bodyPr>
          <a:lstStyle/>
          <a:p>
            <a:r>
              <a:rPr lang="en-US" sz="1900"/>
              <a:t>Goal.txt outlining intent</a:t>
            </a:r>
          </a:p>
          <a:p>
            <a:r>
              <a:rPr lang="en-US" sz="1900"/>
              <a:t>Search artefacts</a:t>
            </a:r>
          </a:p>
          <a:p>
            <a:r>
              <a:rPr lang="en-US" sz="1900"/>
              <a:t>backup.zip preparatory materials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77AEA6-7561-B772-1BAC-87A7AE175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635" y="2310086"/>
            <a:ext cx="1416164" cy="189022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0DB2CB-83C8-ECF2-F69A-DAEEFB5B3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923" y="4358181"/>
            <a:ext cx="1521588" cy="1890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59C6B72-F8E6-4281-8F3E-93FC0DC98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86" y="365125"/>
            <a:ext cx="3971261" cy="206380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/>
              <a:t>Evidence Theme 2 – Meme Creation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5A377B-B68F-B0C7-A5A0-ED61E6826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687" y="812186"/>
            <a:ext cx="1905403" cy="1300437"/>
          </a:xfrm>
          <a:prstGeom prst="rect">
            <a:avLst/>
          </a:prstGeom>
        </p:spPr>
      </p:pic>
      <p:pic>
        <p:nvPicPr>
          <p:cNvPr id="7" name="Picture 6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FD3BB753-3D64-3C71-58F2-0D02FD580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545" y="843149"/>
            <a:ext cx="1905404" cy="1238512"/>
          </a:xfrm>
          <a:prstGeom prst="rect">
            <a:avLst/>
          </a:prstGeom>
        </p:spPr>
      </p:pic>
      <p:sp>
        <p:nvSpPr>
          <p:cNvPr id="21" name="sketch line">
            <a:extLst>
              <a:ext uri="{FF2B5EF4-FFF2-40B4-BE49-F238E27FC236}">
                <a16:creationId xmlns:a16="http://schemas.microsoft.com/office/drawing/2014/main" id="{490234EE-E0D8-4805-9227-CCEAC6016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2650181"/>
            <a:ext cx="3257550" cy="18288"/>
          </a:xfrm>
          <a:custGeom>
            <a:avLst/>
            <a:gdLst>
              <a:gd name="csX0" fmla="*/ 0 w 3257550"/>
              <a:gd name="csY0" fmla="*/ 0 h 18288"/>
              <a:gd name="csX1" fmla="*/ 618935 w 3257550"/>
              <a:gd name="csY1" fmla="*/ 0 h 18288"/>
              <a:gd name="csX2" fmla="*/ 1270445 w 3257550"/>
              <a:gd name="csY2" fmla="*/ 0 h 18288"/>
              <a:gd name="csX3" fmla="*/ 1954530 w 3257550"/>
              <a:gd name="csY3" fmla="*/ 0 h 18288"/>
              <a:gd name="csX4" fmla="*/ 2638616 w 3257550"/>
              <a:gd name="csY4" fmla="*/ 0 h 18288"/>
              <a:gd name="csX5" fmla="*/ 3257550 w 3257550"/>
              <a:gd name="csY5" fmla="*/ 0 h 18288"/>
              <a:gd name="csX6" fmla="*/ 3257550 w 3257550"/>
              <a:gd name="csY6" fmla="*/ 18288 h 18288"/>
              <a:gd name="csX7" fmla="*/ 2540889 w 3257550"/>
              <a:gd name="csY7" fmla="*/ 18288 h 18288"/>
              <a:gd name="csX8" fmla="*/ 1824228 w 3257550"/>
              <a:gd name="csY8" fmla="*/ 18288 h 18288"/>
              <a:gd name="csX9" fmla="*/ 1172718 w 3257550"/>
              <a:gd name="csY9" fmla="*/ 18288 h 18288"/>
              <a:gd name="csX10" fmla="*/ 0 w 3257550"/>
              <a:gd name="csY10" fmla="*/ 18288 h 18288"/>
              <a:gd name="csX11" fmla="*/ 0 w 3257550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7550" h="18288" fill="none" extrusionOk="0">
                <a:moveTo>
                  <a:pt x="0" y="0"/>
                </a:moveTo>
                <a:cubicBezTo>
                  <a:pt x="222571" y="-4581"/>
                  <a:pt x="395946" y="-20429"/>
                  <a:pt x="618935" y="0"/>
                </a:cubicBezTo>
                <a:cubicBezTo>
                  <a:pt x="841925" y="20429"/>
                  <a:pt x="1064831" y="-497"/>
                  <a:pt x="1270445" y="0"/>
                </a:cubicBezTo>
                <a:cubicBezTo>
                  <a:pt x="1476059" y="497"/>
                  <a:pt x="1673547" y="428"/>
                  <a:pt x="1954530" y="0"/>
                </a:cubicBezTo>
                <a:cubicBezTo>
                  <a:pt x="2235513" y="-428"/>
                  <a:pt x="2452407" y="27906"/>
                  <a:pt x="2638616" y="0"/>
                </a:cubicBezTo>
                <a:cubicBezTo>
                  <a:pt x="2824825" y="-27906"/>
                  <a:pt x="3043878" y="-22618"/>
                  <a:pt x="3257550" y="0"/>
                </a:cubicBezTo>
                <a:cubicBezTo>
                  <a:pt x="3256841" y="8157"/>
                  <a:pt x="3257137" y="12125"/>
                  <a:pt x="3257550" y="18288"/>
                </a:cubicBezTo>
                <a:cubicBezTo>
                  <a:pt x="2955505" y="29918"/>
                  <a:pt x="2697243" y="41720"/>
                  <a:pt x="2540889" y="18288"/>
                </a:cubicBezTo>
                <a:cubicBezTo>
                  <a:pt x="2384535" y="-5144"/>
                  <a:pt x="2114539" y="6231"/>
                  <a:pt x="1824228" y="18288"/>
                </a:cubicBezTo>
                <a:cubicBezTo>
                  <a:pt x="1533917" y="30345"/>
                  <a:pt x="1462450" y="24037"/>
                  <a:pt x="1172718" y="18288"/>
                </a:cubicBezTo>
                <a:cubicBezTo>
                  <a:pt x="882986" y="12540"/>
                  <a:pt x="500637" y="24492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7550" h="18288" stroke="0" extrusionOk="0">
                <a:moveTo>
                  <a:pt x="0" y="0"/>
                </a:moveTo>
                <a:cubicBezTo>
                  <a:pt x="278434" y="16845"/>
                  <a:pt x="441207" y="-24568"/>
                  <a:pt x="618935" y="0"/>
                </a:cubicBezTo>
                <a:cubicBezTo>
                  <a:pt x="796663" y="24568"/>
                  <a:pt x="985120" y="5689"/>
                  <a:pt x="1172718" y="0"/>
                </a:cubicBezTo>
                <a:cubicBezTo>
                  <a:pt x="1360316" y="-5689"/>
                  <a:pt x="1666432" y="29765"/>
                  <a:pt x="1889379" y="0"/>
                </a:cubicBezTo>
                <a:cubicBezTo>
                  <a:pt x="2112326" y="-29765"/>
                  <a:pt x="2378171" y="13184"/>
                  <a:pt x="2508314" y="0"/>
                </a:cubicBezTo>
                <a:cubicBezTo>
                  <a:pt x="2638457" y="-13184"/>
                  <a:pt x="2897393" y="-18048"/>
                  <a:pt x="3257550" y="0"/>
                </a:cubicBezTo>
                <a:cubicBezTo>
                  <a:pt x="3257286" y="4493"/>
                  <a:pt x="3257934" y="9472"/>
                  <a:pt x="3257550" y="18288"/>
                </a:cubicBezTo>
                <a:cubicBezTo>
                  <a:pt x="3005417" y="4399"/>
                  <a:pt x="2789824" y="23493"/>
                  <a:pt x="2606040" y="18288"/>
                </a:cubicBezTo>
                <a:cubicBezTo>
                  <a:pt x="2422256" y="13084"/>
                  <a:pt x="2161816" y="17045"/>
                  <a:pt x="1889379" y="18288"/>
                </a:cubicBezTo>
                <a:cubicBezTo>
                  <a:pt x="1616942" y="19531"/>
                  <a:pt x="1456938" y="28545"/>
                  <a:pt x="1335595" y="18288"/>
                </a:cubicBezTo>
                <a:cubicBezTo>
                  <a:pt x="1214252" y="8031"/>
                  <a:pt x="876335" y="26295"/>
                  <a:pt x="684085" y="18288"/>
                </a:cubicBezTo>
                <a:cubicBezTo>
                  <a:pt x="491835" y="10282"/>
                  <a:pt x="213058" y="3432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2908005"/>
            <a:ext cx="3971261" cy="3268957"/>
          </a:xfrm>
        </p:spPr>
        <p:txBody>
          <a:bodyPr>
            <a:normAutofit/>
          </a:bodyPr>
          <a:lstStyle/>
          <a:p>
            <a:r>
              <a:rPr lang="en-US" sz="1900"/>
              <a:t>meme2.jpg (active location)</a:t>
            </a:r>
          </a:p>
          <a:p>
            <a:r>
              <a:rPr lang="en-US" sz="1900"/>
              <a:t>Deleted meme images</a:t>
            </a:r>
          </a:p>
          <a:p>
            <a:r>
              <a:rPr lang="en-US" sz="1900"/>
              <a:t>system.dll identified as renamed image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D62920-222E-2CAF-1FFD-470C21B09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687" y="3414258"/>
            <a:ext cx="3971262" cy="21146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Theme 3 – Concealment</a:t>
            </a:r>
          </a:p>
        </p:txBody>
      </p:sp>
      <p:graphicFrame>
        <p:nvGraphicFramePr>
          <p:cNvPr id="1037" name="Content Placeholder 2">
            <a:extLst>
              <a:ext uri="{FF2B5EF4-FFF2-40B4-BE49-F238E27FC236}">
                <a16:creationId xmlns:a16="http://schemas.microsoft.com/office/drawing/2014/main" id="{0776E7E3-3A45-750B-1558-86B29BEC75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53107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8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C11D0B-87AB-B20B-1EDF-41226435B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218" y="4449502"/>
            <a:ext cx="2341338" cy="213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D7510D-28DB-4C7B-9669-EAF64CE3A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574" y="4906540"/>
            <a:ext cx="4406190" cy="1219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2">
            <a:extLst>
              <a:ext uri="{FF2B5EF4-FFF2-40B4-BE49-F238E27FC236}">
                <a16:creationId xmlns:a16="http://schemas.microsoft.com/office/drawing/2014/main" id="{E75E287F-2C54-1102-9A11-B7212BEE7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777" y="28035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NP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061C011-C7EA-AD1D-C58E-4FCE69FE1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777" y="3260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NP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93C5E4F0-4ED6-6577-0566-A208A36E1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777" y="3260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NP"/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17226116-53A9-AE6F-CE49-8F94705F7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777" y="3260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NP"/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2CC6B8F8-2FB9-6DDF-2B95-D533B77F0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777" y="3260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NP"/>
          </a:p>
        </p:txBody>
      </p:sp>
      <p:sp>
        <p:nvSpPr>
          <p:cNvPr id="13" name="Rectangle 20">
            <a:extLst>
              <a:ext uri="{FF2B5EF4-FFF2-40B4-BE49-F238E27FC236}">
                <a16:creationId xmlns:a16="http://schemas.microsoft.com/office/drawing/2014/main" id="{663BEF43-92A2-29FC-2B37-17BEC2B7F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777" y="3260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NP"/>
          </a:p>
        </p:txBody>
      </p:sp>
      <p:sp>
        <p:nvSpPr>
          <p:cNvPr id="14" name="Rectangle 22">
            <a:extLst>
              <a:ext uri="{FF2B5EF4-FFF2-40B4-BE49-F238E27FC236}">
                <a16:creationId xmlns:a16="http://schemas.microsoft.com/office/drawing/2014/main" id="{882AD793-7917-00A7-F39C-850440610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777" y="3260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NP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59C6B72-F8E6-4281-8F3E-93FC0DC98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86" y="365125"/>
            <a:ext cx="3971261" cy="2063808"/>
          </a:xfrm>
        </p:spPr>
        <p:txBody>
          <a:bodyPr anchor="b">
            <a:normAutofit/>
          </a:bodyPr>
          <a:lstStyle/>
          <a:p>
            <a:r>
              <a:rPr lang="en-US" sz="4300"/>
              <a:t>Evidence Theme 4 – Supporting Artefacts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5F9383-016D-C738-9DE8-B5583F70D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687" y="592431"/>
            <a:ext cx="1905403" cy="173994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91D412-04D5-0689-B928-028CE9255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545" y="1062270"/>
            <a:ext cx="1905404" cy="800269"/>
          </a:xfrm>
          <a:prstGeom prst="rect">
            <a:avLst/>
          </a:prstGeom>
        </p:spPr>
      </p:pic>
      <p:sp>
        <p:nvSpPr>
          <p:cNvPr id="22" name="sketch line">
            <a:extLst>
              <a:ext uri="{FF2B5EF4-FFF2-40B4-BE49-F238E27FC236}">
                <a16:creationId xmlns:a16="http://schemas.microsoft.com/office/drawing/2014/main" id="{490234EE-E0D8-4805-9227-CCEAC6016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2650181"/>
            <a:ext cx="3257550" cy="18288"/>
          </a:xfrm>
          <a:custGeom>
            <a:avLst/>
            <a:gdLst>
              <a:gd name="csX0" fmla="*/ 0 w 3257550"/>
              <a:gd name="csY0" fmla="*/ 0 h 18288"/>
              <a:gd name="csX1" fmla="*/ 618935 w 3257550"/>
              <a:gd name="csY1" fmla="*/ 0 h 18288"/>
              <a:gd name="csX2" fmla="*/ 1270445 w 3257550"/>
              <a:gd name="csY2" fmla="*/ 0 h 18288"/>
              <a:gd name="csX3" fmla="*/ 1954530 w 3257550"/>
              <a:gd name="csY3" fmla="*/ 0 h 18288"/>
              <a:gd name="csX4" fmla="*/ 2638616 w 3257550"/>
              <a:gd name="csY4" fmla="*/ 0 h 18288"/>
              <a:gd name="csX5" fmla="*/ 3257550 w 3257550"/>
              <a:gd name="csY5" fmla="*/ 0 h 18288"/>
              <a:gd name="csX6" fmla="*/ 3257550 w 3257550"/>
              <a:gd name="csY6" fmla="*/ 18288 h 18288"/>
              <a:gd name="csX7" fmla="*/ 2540889 w 3257550"/>
              <a:gd name="csY7" fmla="*/ 18288 h 18288"/>
              <a:gd name="csX8" fmla="*/ 1824228 w 3257550"/>
              <a:gd name="csY8" fmla="*/ 18288 h 18288"/>
              <a:gd name="csX9" fmla="*/ 1172718 w 3257550"/>
              <a:gd name="csY9" fmla="*/ 18288 h 18288"/>
              <a:gd name="csX10" fmla="*/ 0 w 3257550"/>
              <a:gd name="csY10" fmla="*/ 18288 h 18288"/>
              <a:gd name="csX11" fmla="*/ 0 w 3257550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7550" h="18288" fill="none" extrusionOk="0">
                <a:moveTo>
                  <a:pt x="0" y="0"/>
                </a:moveTo>
                <a:cubicBezTo>
                  <a:pt x="222571" y="-4581"/>
                  <a:pt x="395946" y="-20429"/>
                  <a:pt x="618935" y="0"/>
                </a:cubicBezTo>
                <a:cubicBezTo>
                  <a:pt x="841925" y="20429"/>
                  <a:pt x="1064831" y="-497"/>
                  <a:pt x="1270445" y="0"/>
                </a:cubicBezTo>
                <a:cubicBezTo>
                  <a:pt x="1476059" y="497"/>
                  <a:pt x="1673547" y="428"/>
                  <a:pt x="1954530" y="0"/>
                </a:cubicBezTo>
                <a:cubicBezTo>
                  <a:pt x="2235513" y="-428"/>
                  <a:pt x="2452407" y="27906"/>
                  <a:pt x="2638616" y="0"/>
                </a:cubicBezTo>
                <a:cubicBezTo>
                  <a:pt x="2824825" y="-27906"/>
                  <a:pt x="3043878" y="-22618"/>
                  <a:pt x="3257550" y="0"/>
                </a:cubicBezTo>
                <a:cubicBezTo>
                  <a:pt x="3256841" y="8157"/>
                  <a:pt x="3257137" y="12125"/>
                  <a:pt x="3257550" y="18288"/>
                </a:cubicBezTo>
                <a:cubicBezTo>
                  <a:pt x="2955505" y="29918"/>
                  <a:pt x="2697243" y="41720"/>
                  <a:pt x="2540889" y="18288"/>
                </a:cubicBezTo>
                <a:cubicBezTo>
                  <a:pt x="2384535" y="-5144"/>
                  <a:pt x="2114539" y="6231"/>
                  <a:pt x="1824228" y="18288"/>
                </a:cubicBezTo>
                <a:cubicBezTo>
                  <a:pt x="1533917" y="30345"/>
                  <a:pt x="1462450" y="24037"/>
                  <a:pt x="1172718" y="18288"/>
                </a:cubicBezTo>
                <a:cubicBezTo>
                  <a:pt x="882986" y="12540"/>
                  <a:pt x="500637" y="24492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7550" h="18288" stroke="0" extrusionOk="0">
                <a:moveTo>
                  <a:pt x="0" y="0"/>
                </a:moveTo>
                <a:cubicBezTo>
                  <a:pt x="278434" y="16845"/>
                  <a:pt x="441207" y="-24568"/>
                  <a:pt x="618935" y="0"/>
                </a:cubicBezTo>
                <a:cubicBezTo>
                  <a:pt x="796663" y="24568"/>
                  <a:pt x="985120" y="5689"/>
                  <a:pt x="1172718" y="0"/>
                </a:cubicBezTo>
                <a:cubicBezTo>
                  <a:pt x="1360316" y="-5689"/>
                  <a:pt x="1666432" y="29765"/>
                  <a:pt x="1889379" y="0"/>
                </a:cubicBezTo>
                <a:cubicBezTo>
                  <a:pt x="2112326" y="-29765"/>
                  <a:pt x="2378171" y="13184"/>
                  <a:pt x="2508314" y="0"/>
                </a:cubicBezTo>
                <a:cubicBezTo>
                  <a:pt x="2638457" y="-13184"/>
                  <a:pt x="2897393" y="-18048"/>
                  <a:pt x="3257550" y="0"/>
                </a:cubicBezTo>
                <a:cubicBezTo>
                  <a:pt x="3257286" y="4493"/>
                  <a:pt x="3257934" y="9472"/>
                  <a:pt x="3257550" y="18288"/>
                </a:cubicBezTo>
                <a:cubicBezTo>
                  <a:pt x="3005417" y="4399"/>
                  <a:pt x="2789824" y="23493"/>
                  <a:pt x="2606040" y="18288"/>
                </a:cubicBezTo>
                <a:cubicBezTo>
                  <a:pt x="2422256" y="13084"/>
                  <a:pt x="2161816" y="17045"/>
                  <a:pt x="1889379" y="18288"/>
                </a:cubicBezTo>
                <a:cubicBezTo>
                  <a:pt x="1616942" y="19531"/>
                  <a:pt x="1456938" y="28545"/>
                  <a:pt x="1335595" y="18288"/>
                </a:cubicBezTo>
                <a:cubicBezTo>
                  <a:pt x="1214252" y="8031"/>
                  <a:pt x="876335" y="26295"/>
                  <a:pt x="684085" y="18288"/>
                </a:cubicBezTo>
                <a:cubicBezTo>
                  <a:pt x="491835" y="10282"/>
                  <a:pt x="213058" y="3432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2908005"/>
            <a:ext cx="3971261" cy="3268957"/>
          </a:xfrm>
        </p:spPr>
        <p:txBody>
          <a:bodyPr>
            <a:normAutofit/>
          </a:bodyPr>
          <a:lstStyle/>
          <a:p>
            <a:r>
              <a:rPr lang="en-US" sz="1900"/>
              <a:t>USB activity artefacts</a:t>
            </a:r>
          </a:p>
          <a:p>
            <a:r>
              <a:rPr lang="en-US" sz="1900"/>
              <a:t>Deleted files</a:t>
            </a:r>
          </a:p>
          <a:p>
            <a:r>
              <a:rPr lang="en-US" sz="1900"/>
              <a:t>Recycle Bin &amp; unallocated space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288A12-3DBF-8425-D2DA-903437F3E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687" y="3702174"/>
            <a:ext cx="3971262" cy="1538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2C3A2E-4896-DDB2-A301-29580212776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Scenario Reconstruction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B59FEC-F018-3A73-0058-913720EC92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979927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700"/>
              <a:t>Professional Conclusion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en-US" sz="1900"/>
              <a:t>Evidence shows deliberate behaviour</a:t>
            </a:r>
          </a:p>
          <a:p>
            <a:r>
              <a:rPr lang="en-US" sz="1900"/>
              <a:t>Findings are evidence-based</a:t>
            </a:r>
          </a:p>
          <a:p>
            <a:r>
              <a:rPr lang="en-US" sz="1900"/>
              <a:t>No determination of legal guilt</a:t>
            </a: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29217F85-17A9-F5E6-2575-4F030AC1F1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86" r="-1" b="-1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199</Words>
  <Application>Microsoft Macintosh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Digital Forensic Examination Findings Political Defamation &amp; Harassment – Case 1</vt:lpstr>
      <vt:lpstr>Case Background</vt:lpstr>
      <vt:lpstr>Scope of Examination</vt:lpstr>
      <vt:lpstr>Tools &amp; Methodology</vt:lpstr>
      <vt:lpstr>Evidence Theme 1 – Planning &amp; Intent</vt:lpstr>
      <vt:lpstr>Evidence Theme 2 – Meme Creation</vt:lpstr>
      <vt:lpstr>Evidence Theme 3 – Concealment</vt:lpstr>
      <vt:lpstr>Evidence Theme 4 – Supporting Artefacts</vt:lpstr>
      <vt:lpstr>Scenario Reconstruction</vt:lpstr>
      <vt:lpstr>Professional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Alish Mahat (Student)</cp:lastModifiedBy>
  <cp:revision>4</cp:revision>
  <dcterms:created xsi:type="dcterms:W3CDTF">2013-01-27T09:14:16Z</dcterms:created>
  <dcterms:modified xsi:type="dcterms:W3CDTF">2026-01-11T05:16:29Z</dcterms:modified>
  <cp:category/>
</cp:coreProperties>
</file>